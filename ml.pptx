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15"/>
  </p:notesMasterIdLst>
  <p:handoutMasterIdLst>
    <p:handoutMasterId r:id="rId16"/>
  </p:handoutMasterIdLst>
  <p:sldIdLst>
    <p:sldId id="256" r:id="rId5"/>
    <p:sldId id="482" r:id="rId6"/>
    <p:sldId id="489" r:id="rId7"/>
    <p:sldId id="484" r:id="rId8"/>
    <p:sldId id="485" r:id="rId9"/>
    <p:sldId id="486" r:id="rId10"/>
    <p:sldId id="487" r:id="rId11"/>
    <p:sldId id="488" r:id="rId12"/>
    <p:sldId id="480" r:id="rId13"/>
    <p:sldId id="47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00 mj" initials="0m" lastIdx="1" clrIdx="0">
    <p:extLst>
      <p:ext uri="{19B8F6BF-5375-455C-9EA6-DF929625EA0E}">
        <p15:presenceInfo xmlns:p15="http://schemas.microsoft.com/office/powerpoint/2012/main" userId="98ace5a3f0cb7eb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D61C"/>
    <a:srgbClr val="D8F5BA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6" autoAdjust="0"/>
    <p:restoredTop sz="94701"/>
  </p:normalViewPr>
  <p:slideViewPr>
    <p:cSldViewPr snapToGrid="0">
      <p:cViewPr varScale="1">
        <p:scale>
          <a:sx n="209" d="100"/>
          <a:sy n="209" d="100"/>
        </p:scale>
        <p:origin x="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00 mj" userId="98ace5a3f0cb7ebb" providerId="LiveId" clId="{0A524D68-B67F-480E-8BD7-A5EEF8F5A798}"/>
    <pc:docChg chg="undo custSel addSld delSld modSld sldOrd">
      <pc:chgData name="00 mj" userId="98ace5a3f0cb7ebb" providerId="LiveId" clId="{0A524D68-B67F-480E-8BD7-A5EEF8F5A798}" dt="2025-11-11T19:16:58.331" v="3214" actId="20577"/>
      <pc:docMkLst>
        <pc:docMk/>
      </pc:docMkLst>
      <pc:sldChg chg="addSp delSp modSp mod">
        <pc:chgData name="00 mj" userId="98ace5a3f0cb7ebb" providerId="LiveId" clId="{0A524D68-B67F-480E-8BD7-A5EEF8F5A798}" dt="2025-11-11T19:16:26.893" v="3210" actId="122"/>
        <pc:sldMkLst>
          <pc:docMk/>
          <pc:sldMk cId="109857222" sldId="256"/>
        </pc:sldMkLst>
        <pc:spChg chg="mod">
          <ac:chgData name="00 mj" userId="98ace5a3f0cb7ebb" providerId="LiveId" clId="{0A524D68-B67F-480E-8BD7-A5EEF8F5A798}" dt="2025-11-11T19:01:48.220" v="3134" actId="107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00 mj" userId="98ace5a3f0cb7ebb" providerId="LiveId" clId="{0A524D68-B67F-480E-8BD7-A5EEF8F5A798}" dt="2025-11-11T19:02:06.834" v="3136" actId="2711"/>
          <ac:spMkLst>
            <pc:docMk/>
            <pc:sldMk cId="109857222" sldId="256"/>
            <ac:spMk id="3" creationId="{C7149D5A-D814-A207-076D-8E7FF354D091}"/>
          </ac:spMkLst>
        </pc:spChg>
        <pc:spChg chg="mod">
          <ac:chgData name="00 mj" userId="98ace5a3f0cb7ebb" providerId="LiveId" clId="{0A524D68-B67F-480E-8BD7-A5EEF8F5A798}" dt="2025-11-11T19:16:26.893" v="3210" actId="122"/>
          <ac:spMkLst>
            <pc:docMk/>
            <pc:sldMk cId="109857222" sldId="256"/>
            <ac:spMk id="4" creationId="{14FD2590-EB4C-A8FA-872F-435EB9B28181}"/>
          </ac:spMkLst>
        </pc:spChg>
        <pc:spChg chg="del">
          <ac:chgData name="00 mj" userId="98ace5a3f0cb7ebb" providerId="LiveId" clId="{0A524D68-B67F-480E-8BD7-A5EEF8F5A798}" dt="2025-11-11T18:20:07.226" v="2676" actId="478"/>
          <ac:spMkLst>
            <pc:docMk/>
            <pc:sldMk cId="109857222" sldId="256"/>
            <ac:spMk id="7" creationId="{F3A6E530-3533-6F8B-8A85-BE8C372BF76A}"/>
          </ac:spMkLst>
        </pc:spChg>
        <pc:spChg chg="mod">
          <ac:chgData name="00 mj" userId="98ace5a3f0cb7ebb" providerId="LiveId" clId="{0A524D68-B67F-480E-8BD7-A5EEF8F5A798}" dt="2025-11-11T18:59:52.417" v="3129" actId="20577"/>
          <ac:spMkLst>
            <pc:docMk/>
            <pc:sldMk cId="109857222" sldId="256"/>
            <ac:spMk id="10" creationId="{9AC0126F-42EB-F2CF-8614-0DA24AED4392}"/>
          </ac:spMkLst>
        </pc:spChg>
        <pc:spChg chg="del">
          <ac:chgData name="00 mj" userId="98ace5a3f0cb7ebb" providerId="LiveId" clId="{0A524D68-B67F-480E-8BD7-A5EEF8F5A798}" dt="2025-11-11T18:21:57.724" v="2747" actId="478"/>
          <ac:spMkLst>
            <pc:docMk/>
            <pc:sldMk cId="109857222" sldId="256"/>
            <ac:spMk id="11" creationId="{4CAC1D49-C885-D032-39BC-38482A4E0F59}"/>
          </ac:spMkLst>
        </pc:spChg>
        <pc:picChg chg="mod">
          <ac:chgData name="00 mj" userId="98ace5a3f0cb7ebb" providerId="LiveId" clId="{0A524D68-B67F-480E-8BD7-A5EEF8F5A798}" dt="2025-11-11T19:01:52.512" v="3135" actId="14100"/>
          <ac:picMkLst>
            <pc:docMk/>
            <pc:sldMk cId="109857222" sldId="256"/>
            <ac:picMk id="6" creationId="{4AA9B830-0ACB-DE40-E304-AD152891E92A}"/>
          </ac:picMkLst>
        </pc:picChg>
        <pc:picChg chg="add del mod ord">
          <ac:chgData name="00 mj" userId="98ace5a3f0cb7ebb" providerId="LiveId" clId="{0A524D68-B67F-480E-8BD7-A5EEF8F5A798}" dt="2025-11-11T18:52:08.545" v="2908" actId="478"/>
          <ac:picMkLst>
            <pc:docMk/>
            <pc:sldMk cId="109857222" sldId="256"/>
            <ac:picMk id="12" creationId="{AEC526E3-FA7B-4B57-065C-A14810DF9154}"/>
          </ac:picMkLst>
        </pc:picChg>
        <pc:picChg chg="del mod">
          <ac:chgData name="00 mj" userId="98ace5a3f0cb7ebb" providerId="LiveId" clId="{0A524D68-B67F-480E-8BD7-A5EEF8F5A798}" dt="2025-11-11T18:48:50.295" v="2894" actId="478"/>
          <ac:picMkLst>
            <pc:docMk/>
            <pc:sldMk cId="109857222" sldId="256"/>
            <ac:picMk id="55" creationId="{DD420A96-CBBB-3491-F353-A38E754BE731}"/>
          </ac:picMkLst>
        </pc:picChg>
      </pc:sldChg>
      <pc:sldChg chg="del">
        <pc:chgData name="00 mj" userId="98ace5a3f0cb7ebb" providerId="LiveId" clId="{0A524D68-B67F-480E-8BD7-A5EEF8F5A798}" dt="2025-11-11T05:32:10.127" v="5" actId="47"/>
        <pc:sldMkLst>
          <pc:docMk/>
          <pc:sldMk cId="3736912273" sldId="462"/>
        </pc:sldMkLst>
      </pc:sldChg>
      <pc:sldChg chg="del">
        <pc:chgData name="00 mj" userId="98ace5a3f0cb7ebb" providerId="LiveId" clId="{0A524D68-B67F-480E-8BD7-A5EEF8F5A798}" dt="2025-11-11T05:32:06.649" v="0" actId="47"/>
        <pc:sldMkLst>
          <pc:docMk/>
          <pc:sldMk cId="3363864719" sldId="467"/>
        </pc:sldMkLst>
      </pc:sldChg>
      <pc:sldChg chg="del">
        <pc:chgData name="00 mj" userId="98ace5a3f0cb7ebb" providerId="LiveId" clId="{0A524D68-B67F-480E-8BD7-A5EEF8F5A798}" dt="2025-11-11T05:32:07.177" v="1" actId="47"/>
        <pc:sldMkLst>
          <pc:docMk/>
          <pc:sldMk cId="3595804759" sldId="468"/>
        </pc:sldMkLst>
      </pc:sldChg>
      <pc:sldChg chg="del">
        <pc:chgData name="00 mj" userId="98ace5a3f0cb7ebb" providerId="LiveId" clId="{0A524D68-B67F-480E-8BD7-A5EEF8F5A798}" dt="2025-11-11T05:32:09.354" v="4" actId="47"/>
        <pc:sldMkLst>
          <pc:docMk/>
          <pc:sldMk cId="186838589" sldId="469"/>
        </pc:sldMkLst>
      </pc:sldChg>
      <pc:sldChg chg="del">
        <pc:chgData name="00 mj" userId="98ace5a3f0cb7ebb" providerId="LiveId" clId="{0A524D68-B67F-480E-8BD7-A5EEF8F5A798}" dt="2025-11-11T05:32:07.757" v="2" actId="47"/>
        <pc:sldMkLst>
          <pc:docMk/>
          <pc:sldMk cId="191295713" sldId="471"/>
        </pc:sldMkLst>
      </pc:sldChg>
      <pc:sldChg chg="del">
        <pc:chgData name="00 mj" userId="98ace5a3f0cb7ebb" providerId="LiveId" clId="{0A524D68-B67F-480E-8BD7-A5EEF8F5A798}" dt="2025-11-11T05:32:08.169" v="3" actId="47"/>
        <pc:sldMkLst>
          <pc:docMk/>
          <pc:sldMk cId="2792667858" sldId="472"/>
        </pc:sldMkLst>
      </pc:sldChg>
      <pc:sldChg chg="del">
        <pc:chgData name="00 mj" userId="98ace5a3f0cb7ebb" providerId="LiveId" clId="{0A524D68-B67F-480E-8BD7-A5EEF8F5A798}" dt="2025-11-11T05:32:10.504" v="6" actId="47"/>
        <pc:sldMkLst>
          <pc:docMk/>
          <pc:sldMk cId="932170758" sldId="474"/>
        </pc:sldMkLst>
      </pc:sldChg>
      <pc:sldChg chg="del">
        <pc:chgData name="00 mj" userId="98ace5a3f0cb7ebb" providerId="LiveId" clId="{0A524D68-B67F-480E-8BD7-A5EEF8F5A798}" dt="2025-11-11T05:32:11.609" v="7" actId="47"/>
        <pc:sldMkLst>
          <pc:docMk/>
          <pc:sldMk cId="2258155993" sldId="476"/>
        </pc:sldMkLst>
      </pc:sldChg>
      <pc:sldChg chg="addSp delSp modSp mod">
        <pc:chgData name="00 mj" userId="98ace5a3f0cb7ebb" providerId="LiveId" clId="{0A524D68-B67F-480E-8BD7-A5EEF8F5A798}" dt="2025-11-11T18:57:51.948" v="3107" actId="20577"/>
        <pc:sldMkLst>
          <pc:docMk/>
          <pc:sldMk cId="2654081412" sldId="478"/>
        </pc:sldMkLst>
        <pc:spChg chg="add mod">
          <ac:chgData name="00 mj" userId="98ace5a3f0cb7ebb" providerId="LiveId" clId="{0A524D68-B67F-480E-8BD7-A5EEF8F5A798}" dt="2025-11-11T18:57:51.948" v="3107" actId="20577"/>
          <ac:spMkLst>
            <pc:docMk/>
            <pc:sldMk cId="2654081412" sldId="478"/>
            <ac:spMk id="6" creationId="{3058C07A-3898-16D5-F139-4A2FF3277207}"/>
          </ac:spMkLst>
        </pc:spChg>
        <pc:spChg chg="del mod">
          <ac:chgData name="00 mj" userId="98ace5a3f0cb7ebb" providerId="LiveId" clId="{0A524D68-B67F-480E-8BD7-A5EEF8F5A798}" dt="2025-11-11T18:57:42.293" v="3093" actId="478"/>
          <ac:spMkLst>
            <pc:docMk/>
            <pc:sldMk cId="2654081412" sldId="478"/>
            <ac:spMk id="7" creationId="{7A6737DA-1EB9-0299-617B-E767864BC68E}"/>
          </ac:spMkLst>
        </pc:spChg>
      </pc:sldChg>
      <pc:sldChg chg="del">
        <pc:chgData name="00 mj" userId="98ace5a3f0cb7ebb" providerId="LiveId" clId="{0A524D68-B67F-480E-8BD7-A5EEF8F5A798}" dt="2025-11-11T05:32:13.513" v="9" actId="47"/>
        <pc:sldMkLst>
          <pc:docMk/>
          <pc:sldMk cId="1780165888" sldId="479"/>
        </pc:sldMkLst>
      </pc:sldChg>
      <pc:sldChg chg="addSp delSp modSp mod">
        <pc:chgData name="00 mj" userId="98ace5a3f0cb7ebb" providerId="LiveId" clId="{0A524D68-B67F-480E-8BD7-A5EEF8F5A798}" dt="2025-11-11T19:08:54.830" v="3182" actId="20577"/>
        <pc:sldMkLst>
          <pc:docMk/>
          <pc:sldMk cId="136139348" sldId="480"/>
        </pc:sldMkLst>
        <pc:spChg chg="del mod">
          <ac:chgData name="00 mj" userId="98ace5a3f0cb7ebb" providerId="LiveId" clId="{0A524D68-B67F-480E-8BD7-A5EEF8F5A798}" dt="2025-11-11T18:09:35.860" v="2475" actId="478"/>
          <ac:spMkLst>
            <pc:docMk/>
            <pc:sldMk cId="136139348" sldId="480"/>
            <ac:spMk id="4" creationId="{31FFD774-8694-9CD3-611D-20B037E9AAB7}"/>
          </ac:spMkLst>
        </pc:spChg>
        <pc:spChg chg="add mod">
          <ac:chgData name="00 mj" userId="98ace5a3f0cb7ebb" providerId="LiveId" clId="{0A524D68-B67F-480E-8BD7-A5EEF8F5A798}" dt="2025-11-11T18:09:41.572" v="2478"/>
          <ac:spMkLst>
            <pc:docMk/>
            <pc:sldMk cId="136139348" sldId="480"/>
            <ac:spMk id="6" creationId="{9FC05F8D-9D95-6F06-3051-DC2AF300B212}"/>
          </ac:spMkLst>
        </pc:spChg>
        <pc:spChg chg="del mod">
          <ac:chgData name="00 mj" userId="98ace5a3f0cb7ebb" providerId="LiveId" clId="{0A524D68-B67F-480E-8BD7-A5EEF8F5A798}" dt="2025-11-11T19:08:50.435" v="3179" actId="478"/>
          <ac:spMkLst>
            <pc:docMk/>
            <pc:sldMk cId="136139348" sldId="480"/>
            <ac:spMk id="7" creationId="{AAC27AC2-6272-0498-70C7-605B118CC198}"/>
          </ac:spMkLst>
        </pc:spChg>
        <pc:spChg chg="add mod">
          <ac:chgData name="00 mj" userId="98ace5a3f0cb7ebb" providerId="LiveId" clId="{0A524D68-B67F-480E-8BD7-A5EEF8F5A798}" dt="2025-11-11T18:17:06.580" v="2665" actId="20577"/>
          <ac:spMkLst>
            <pc:docMk/>
            <pc:sldMk cId="136139348" sldId="480"/>
            <ac:spMk id="10" creationId="{F5DA2DFE-DE02-F702-B186-F0C3430E3DBC}"/>
          </ac:spMkLst>
        </pc:spChg>
        <pc:spChg chg="add mod">
          <ac:chgData name="00 mj" userId="98ace5a3f0cb7ebb" providerId="LiveId" clId="{0A524D68-B67F-480E-8BD7-A5EEF8F5A798}" dt="2025-11-11T19:08:54.830" v="3182" actId="20577"/>
          <ac:spMkLst>
            <pc:docMk/>
            <pc:sldMk cId="136139348" sldId="480"/>
            <ac:spMk id="11" creationId="{290441C1-E344-90D0-C896-F45D4BFC73C8}"/>
          </ac:spMkLst>
        </pc:spChg>
        <pc:spChg chg="mod">
          <ac:chgData name="00 mj" userId="98ace5a3f0cb7ebb" providerId="LiveId" clId="{0A524D68-B67F-480E-8BD7-A5EEF8F5A798}" dt="2025-11-11T18:10:13.393" v="2493" actId="1076"/>
          <ac:spMkLst>
            <pc:docMk/>
            <pc:sldMk cId="136139348" sldId="480"/>
            <ac:spMk id="20" creationId="{C4D338BD-B215-9249-4D8B-A321CCB8B56E}"/>
          </ac:spMkLst>
        </pc:spChg>
      </pc:sldChg>
      <pc:sldChg chg="del">
        <pc:chgData name="00 mj" userId="98ace5a3f0cb7ebb" providerId="LiveId" clId="{0A524D68-B67F-480E-8BD7-A5EEF8F5A798}" dt="2025-11-11T05:32:11.892" v="8" actId="47"/>
        <pc:sldMkLst>
          <pc:docMk/>
          <pc:sldMk cId="3394905999" sldId="481"/>
        </pc:sldMkLst>
      </pc:sldChg>
      <pc:sldChg chg="modSp mod">
        <pc:chgData name="00 mj" userId="98ace5a3f0cb7ebb" providerId="LiveId" clId="{0A524D68-B67F-480E-8BD7-A5EEF8F5A798}" dt="2025-11-11T19:03:43.203" v="3148" actId="255"/>
        <pc:sldMkLst>
          <pc:docMk/>
          <pc:sldMk cId="3613340712" sldId="482"/>
        </pc:sldMkLst>
        <pc:spChg chg="mod">
          <ac:chgData name="00 mj" userId="98ace5a3f0cb7ebb" providerId="LiveId" clId="{0A524D68-B67F-480E-8BD7-A5EEF8F5A798}" dt="2025-11-11T19:03:43.203" v="3148" actId="255"/>
          <ac:spMkLst>
            <pc:docMk/>
            <pc:sldMk cId="3613340712" sldId="482"/>
            <ac:spMk id="2" creationId="{81D81032-2975-EC17-1D28-DD4C8A860564}"/>
          </ac:spMkLst>
        </pc:spChg>
        <pc:spChg chg="mod">
          <ac:chgData name="00 mj" userId="98ace5a3f0cb7ebb" providerId="LiveId" clId="{0A524D68-B67F-480E-8BD7-A5EEF8F5A798}" dt="2025-11-11T18:55:18.660" v="3042" actId="20577"/>
          <ac:spMkLst>
            <pc:docMk/>
            <pc:sldMk cId="3613340712" sldId="482"/>
            <ac:spMk id="8" creationId="{9183F734-63D7-BE1D-B1B9-9FE8B4A30FF0}"/>
          </ac:spMkLst>
        </pc:spChg>
        <pc:spChg chg="mod">
          <ac:chgData name="00 mj" userId="98ace5a3f0cb7ebb" providerId="LiveId" clId="{0A524D68-B67F-480E-8BD7-A5EEF8F5A798}" dt="2025-11-11T19:02:28.335" v="3138" actId="2711"/>
          <ac:spMkLst>
            <pc:docMk/>
            <pc:sldMk cId="3613340712" sldId="482"/>
            <ac:spMk id="12" creationId="{CC65C94C-948C-D2BE-06E3-A659201238FB}"/>
          </ac:spMkLst>
        </pc:spChg>
      </pc:sldChg>
      <pc:sldChg chg="modSp add del mod">
        <pc:chgData name="00 mj" userId="98ace5a3f0cb7ebb" providerId="LiveId" clId="{0A524D68-B67F-480E-8BD7-A5EEF8F5A798}" dt="2025-11-11T16:36:32.712" v="1049" actId="47"/>
        <pc:sldMkLst>
          <pc:docMk/>
          <pc:sldMk cId="2058831411" sldId="483"/>
        </pc:sldMkLst>
        <pc:spChg chg="mod">
          <ac:chgData name="00 mj" userId="98ace5a3f0cb7ebb" providerId="LiveId" clId="{0A524D68-B67F-480E-8BD7-A5EEF8F5A798}" dt="2025-11-11T06:31:52.075" v="32" actId="20577"/>
          <ac:spMkLst>
            <pc:docMk/>
            <pc:sldMk cId="2058831411" sldId="483"/>
            <ac:spMk id="2" creationId="{8322D105-6B8F-56F4-4553-7E9593515114}"/>
          </ac:spMkLst>
        </pc:spChg>
        <pc:spChg chg="mod">
          <ac:chgData name="00 mj" userId="98ace5a3f0cb7ebb" providerId="LiveId" clId="{0A524D68-B67F-480E-8BD7-A5EEF8F5A798}" dt="2025-11-11T06:46:47.999" v="386" actId="20577"/>
          <ac:spMkLst>
            <pc:docMk/>
            <pc:sldMk cId="2058831411" sldId="483"/>
            <ac:spMk id="12" creationId="{7907BC59-FF7E-3824-535D-98DC37A97956}"/>
          </ac:spMkLst>
        </pc:spChg>
      </pc:sldChg>
      <pc:sldChg chg="addSp delSp modSp add mod">
        <pc:chgData name="00 mj" userId="98ace5a3f0cb7ebb" providerId="LiveId" clId="{0A524D68-B67F-480E-8BD7-A5EEF8F5A798}" dt="2025-11-11T19:16:58.331" v="3214" actId="20577"/>
        <pc:sldMkLst>
          <pc:docMk/>
          <pc:sldMk cId="1302303859" sldId="484"/>
        </pc:sldMkLst>
        <pc:spChg chg="mod">
          <ac:chgData name="00 mj" userId="98ace5a3f0cb7ebb" providerId="LiveId" clId="{0A524D68-B67F-480E-8BD7-A5EEF8F5A798}" dt="2025-11-11T19:16:58.331" v="3214" actId="20577"/>
          <ac:spMkLst>
            <pc:docMk/>
            <pc:sldMk cId="1302303859" sldId="484"/>
            <ac:spMk id="2" creationId="{28DFA911-C545-2808-DCBC-75C53AF75E59}"/>
          </ac:spMkLst>
        </pc:spChg>
        <pc:spChg chg="add del mod">
          <ac:chgData name="00 mj" userId="98ace5a3f0cb7ebb" providerId="LiveId" clId="{0A524D68-B67F-480E-8BD7-A5EEF8F5A798}" dt="2025-11-11T17:27:14.492" v="1774" actId="478"/>
          <ac:spMkLst>
            <pc:docMk/>
            <pc:sldMk cId="1302303859" sldId="484"/>
            <ac:spMk id="3" creationId="{8D54FD16-32FA-489C-5E5A-5CC6D2D5FB09}"/>
          </ac:spMkLst>
        </pc:spChg>
        <pc:spChg chg="del">
          <ac:chgData name="00 mj" userId="98ace5a3f0cb7ebb" providerId="LiveId" clId="{0A524D68-B67F-480E-8BD7-A5EEF8F5A798}" dt="2025-11-11T18:56:03.880" v="3049" actId="478"/>
          <ac:spMkLst>
            <pc:docMk/>
            <pc:sldMk cId="1302303859" sldId="484"/>
            <ac:spMk id="8" creationId="{55E2FA95-D96B-3DE2-46A4-A34F7E6DFC4A}"/>
          </ac:spMkLst>
        </pc:spChg>
        <pc:spChg chg="mod">
          <ac:chgData name="00 mj" userId="98ace5a3f0cb7ebb" providerId="LiveId" clId="{0A524D68-B67F-480E-8BD7-A5EEF8F5A798}" dt="2025-11-11T17:21:52.271" v="1737" actId="1076"/>
          <ac:spMkLst>
            <pc:docMk/>
            <pc:sldMk cId="1302303859" sldId="484"/>
            <ac:spMk id="9" creationId="{67866B79-9700-C869-B7A9-A79B5FDAE4DD}"/>
          </ac:spMkLst>
        </pc:spChg>
        <pc:spChg chg="del mod">
          <ac:chgData name="00 mj" userId="98ace5a3f0cb7ebb" providerId="LiveId" clId="{0A524D68-B67F-480E-8BD7-A5EEF8F5A798}" dt="2025-11-11T06:48:06.857" v="415"/>
          <ac:spMkLst>
            <pc:docMk/>
            <pc:sldMk cId="1302303859" sldId="484"/>
            <ac:spMk id="12" creationId="{7CF43E2D-1805-6D2E-9871-C15323BE36EF}"/>
          </ac:spMkLst>
        </pc:spChg>
        <pc:spChg chg="add mod">
          <ac:chgData name="00 mj" userId="98ace5a3f0cb7ebb" providerId="LiveId" clId="{0A524D68-B67F-480E-8BD7-A5EEF8F5A798}" dt="2025-11-11T17:32:18.394" v="1826" actId="1076"/>
          <ac:spMkLst>
            <pc:docMk/>
            <pc:sldMk cId="1302303859" sldId="484"/>
            <ac:spMk id="21" creationId="{C1DB62A1-8B87-D50E-93E7-622C327926BF}"/>
          </ac:spMkLst>
        </pc:spChg>
        <pc:spChg chg="add mod">
          <ac:chgData name="00 mj" userId="98ace5a3f0cb7ebb" providerId="LiveId" clId="{0A524D68-B67F-480E-8BD7-A5EEF8F5A798}" dt="2025-11-11T17:31:53.452" v="1823" actId="1076"/>
          <ac:spMkLst>
            <pc:docMk/>
            <pc:sldMk cId="1302303859" sldId="484"/>
            <ac:spMk id="22" creationId="{7EB44D05-F0B6-E0AD-A7C3-82D34157AE67}"/>
          </ac:spMkLst>
        </pc:spChg>
        <pc:spChg chg="add mod">
          <ac:chgData name="00 mj" userId="98ace5a3f0cb7ebb" providerId="LiveId" clId="{0A524D68-B67F-480E-8BD7-A5EEF8F5A798}" dt="2025-11-11T17:34:40.904" v="1852" actId="1076"/>
          <ac:spMkLst>
            <pc:docMk/>
            <pc:sldMk cId="1302303859" sldId="484"/>
            <ac:spMk id="24" creationId="{F37F64A5-2573-947E-768C-8975BC67B427}"/>
          </ac:spMkLst>
        </pc:spChg>
        <pc:spChg chg="add mod">
          <ac:chgData name="00 mj" userId="98ace5a3f0cb7ebb" providerId="LiveId" clId="{0A524D68-B67F-480E-8BD7-A5EEF8F5A798}" dt="2025-11-11T17:36:02.920" v="1858" actId="1076"/>
          <ac:spMkLst>
            <pc:docMk/>
            <pc:sldMk cId="1302303859" sldId="484"/>
            <ac:spMk id="25" creationId="{615C9495-0EDC-BA66-C887-5E7AC6C54B4F}"/>
          </ac:spMkLst>
        </pc:spChg>
        <pc:spChg chg="add mod">
          <ac:chgData name="00 mj" userId="98ace5a3f0cb7ebb" providerId="LiveId" clId="{0A524D68-B67F-480E-8BD7-A5EEF8F5A798}" dt="2025-11-11T17:18:14.949" v="1670"/>
          <ac:spMkLst>
            <pc:docMk/>
            <pc:sldMk cId="1302303859" sldId="484"/>
            <ac:spMk id="27" creationId="{06A23A15-32D8-7BB6-F1AC-34C03BF34BB7}"/>
          </ac:spMkLst>
        </pc:spChg>
        <pc:spChg chg="add mod">
          <ac:chgData name="00 mj" userId="98ace5a3f0cb7ebb" providerId="LiveId" clId="{0A524D68-B67F-480E-8BD7-A5EEF8F5A798}" dt="2025-11-11T17:20:59.129" v="1726" actId="20577"/>
          <ac:spMkLst>
            <pc:docMk/>
            <pc:sldMk cId="1302303859" sldId="484"/>
            <ac:spMk id="28" creationId="{389160DC-783F-DA2A-1FDD-80DE6DE2659C}"/>
          </ac:spMkLst>
        </pc:spChg>
        <pc:spChg chg="add mod">
          <ac:chgData name="00 mj" userId="98ace5a3f0cb7ebb" providerId="LiveId" clId="{0A524D68-B67F-480E-8BD7-A5EEF8F5A798}" dt="2025-11-11T17:33:17.154" v="1834" actId="1076"/>
          <ac:spMkLst>
            <pc:docMk/>
            <pc:sldMk cId="1302303859" sldId="484"/>
            <ac:spMk id="30" creationId="{0B11B9A2-837C-98A1-2DB2-56DE7DE7A099}"/>
          </ac:spMkLst>
        </pc:spChg>
        <pc:spChg chg="add mod">
          <ac:chgData name="00 mj" userId="98ace5a3f0cb7ebb" providerId="LiveId" clId="{0A524D68-B67F-480E-8BD7-A5EEF8F5A798}" dt="2025-11-11T17:20:32.081" v="1706" actId="20577"/>
          <ac:spMkLst>
            <pc:docMk/>
            <pc:sldMk cId="1302303859" sldId="484"/>
            <ac:spMk id="31" creationId="{075BF031-C202-9431-E2C7-F13C2F5A6665}"/>
          </ac:spMkLst>
        </pc:spChg>
        <pc:spChg chg="add mod">
          <ac:chgData name="00 mj" userId="98ace5a3f0cb7ebb" providerId="LiveId" clId="{0A524D68-B67F-480E-8BD7-A5EEF8F5A798}" dt="2025-11-11T18:56:08.325" v="3052" actId="20577"/>
          <ac:spMkLst>
            <pc:docMk/>
            <pc:sldMk cId="1302303859" sldId="484"/>
            <ac:spMk id="41" creationId="{A0A29AE2-A867-E70B-FC30-28A75C2D1CA4}"/>
          </ac:spMkLst>
        </pc:spChg>
        <pc:grpChg chg="add mod">
          <ac:chgData name="00 mj" userId="98ace5a3f0cb7ebb" providerId="LiveId" clId="{0A524D68-B67F-480E-8BD7-A5EEF8F5A798}" dt="2025-11-11T17:22:57.460" v="1740" actId="164"/>
          <ac:grpSpMkLst>
            <pc:docMk/>
            <pc:sldMk cId="1302303859" sldId="484"/>
            <ac:grpSpMk id="20" creationId="{A68F0E07-6B6F-2791-D8F1-5D2D62107DFD}"/>
          </ac:grpSpMkLst>
        </pc:grpChg>
        <pc:grpChg chg="add mod">
          <ac:chgData name="00 mj" userId="98ace5a3f0cb7ebb" providerId="LiveId" clId="{0A524D68-B67F-480E-8BD7-A5EEF8F5A798}" dt="2025-11-11T17:22:57.460" v="1740" actId="164"/>
          <ac:grpSpMkLst>
            <pc:docMk/>
            <pc:sldMk cId="1302303859" sldId="484"/>
            <ac:grpSpMk id="23" creationId="{935372B8-4B8B-6969-D995-7FB071CA85B5}"/>
          </ac:grpSpMkLst>
        </pc:grpChg>
        <pc:grpChg chg="add mod">
          <ac:chgData name="00 mj" userId="98ace5a3f0cb7ebb" providerId="LiveId" clId="{0A524D68-B67F-480E-8BD7-A5EEF8F5A798}" dt="2025-11-11T17:22:57.460" v="1740" actId="164"/>
          <ac:grpSpMkLst>
            <pc:docMk/>
            <pc:sldMk cId="1302303859" sldId="484"/>
            <ac:grpSpMk id="26" creationId="{7F869826-9655-D265-4D8E-0AF93D8E97C1}"/>
          </ac:grpSpMkLst>
        </pc:grpChg>
        <pc:grpChg chg="add mod">
          <ac:chgData name="00 mj" userId="98ace5a3f0cb7ebb" providerId="LiveId" clId="{0A524D68-B67F-480E-8BD7-A5EEF8F5A798}" dt="2025-11-11T17:22:57.460" v="1740" actId="164"/>
          <ac:grpSpMkLst>
            <pc:docMk/>
            <pc:sldMk cId="1302303859" sldId="484"/>
            <ac:grpSpMk id="29" creationId="{F3BAEC64-8719-110B-AACC-2C1967C4C33D}"/>
          </ac:grpSpMkLst>
        </pc:grpChg>
        <pc:grpChg chg="add mod">
          <ac:chgData name="00 mj" userId="98ace5a3f0cb7ebb" providerId="LiveId" clId="{0A524D68-B67F-480E-8BD7-A5EEF8F5A798}" dt="2025-11-11T17:34:52.986" v="1854" actId="1076"/>
          <ac:grpSpMkLst>
            <pc:docMk/>
            <pc:sldMk cId="1302303859" sldId="484"/>
            <ac:grpSpMk id="38" creationId="{9F81C185-18B8-AC95-CBD0-0307B46C6E3C}"/>
          </ac:grpSpMkLst>
        </pc:grpChg>
        <pc:graphicFrameChg chg="add mod modGraphic">
          <ac:chgData name="00 mj" userId="98ace5a3f0cb7ebb" providerId="LiveId" clId="{0A524D68-B67F-480E-8BD7-A5EEF8F5A798}" dt="2025-11-11T17:28:39.407" v="1803" actId="1076"/>
          <ac:graphicFrameMkLst>
            <pc:docMk/>
            <pc:sldMk cId="1302303859" sldId="484"/>
            <ac:graphicFrameMk id="13" creationId="{1AAE8DDE-2514-BE90-4935-79DDED53041A}"/>
          </ac:graphicFrameMkLst>
        </pc:graphicFrameChg>
        <pc:graphicFrameChg chg="add mod">
          <ac:chgData name="00 mj" userId="98ace5a3f0cb7ebb" providerId="LiveId" clId="{0A524D68-B67F-480E-8BD7-A5EEF8F5A798}" dt="2025-11-11T16:54:33.027" v="1239"/>
          <ac:graphicFrameMkLst>
            <pc:docMk/>
            <pc:sldMk cId="1302303859" sldId="484"/>
            <ac:graphicFrameMk id="14" creationId="{6BB7F37D-EAF9-15A1-29BE-91B0C3ABC0B6}"/>
          </ac:graphicFrameMkLst>
        </pc:graphicFrameChg>
        <pc:graphicFrameChg chg="add mod">
          <ac:chgData name="00 mj" userId="98ace5a3f0cb7ebb" providerId="LiveId" clId="{0A524D68-B67F-480E-8BD7-A5EEF8F5A798}" dt="2025-11-11T16:56:50.479" v="1309"/>
          <ac:graphicFrameMkLst>
            <pc:docMk/>
            <pc:sldMk cId="1302303859" sldId="484"/>
            <ac:graphicFrameMk id="15" creationId="{B6C11DC7-8A85-A56A-E45A-D8F9E75794AE}"/>
          </ac:graphicFrameMkLst>
        </pc:graphicFrameChg>
        <pc:graphicFrameChg chg="add del mod modGraphic">
          <ac:chgData name="00 mj" userId="98ace5a3f0cb7ebb" providerId="LiveId" clId="{0A524D68-B67F-480E-8BD7-A5EEF8F5A798}" dt="2025-11-11T17:05:04.748" v="1453" actId="478"/>
          <ac:graphicFrameMkLst>
            <pc:docMk/>
            <pc:sldMk cId="1302303859" sldId="484"/>
            <ac:graphicFrameMk id="16" creationId="{06A731C4-4A01-3FC2-013C-A3DFE0EFE16D}"/>
          </ac:graphicFrameMkLst>
        </pc:graphicFrameChg>
        <pc:graphicFrameChg chg="add mod modGraphic">
          <ac:chgData name="00 mj" userId="98ace5a3f0cb7ebb" providerId="LiveId" clId="{0A524D68-B67F-480E-8BD7-A5EEF8F5A798}" dt="2025-11-11T17:35:10.772" v="1856" actId="1076"/>
          <ac:graphicFrameMkLst>
            <pc:docMk/>
            <pc:sldMk cId="1302303859" sldId="484"/>
            <ac:graphicFrameMk id="17" creationId="{25E299A5-7BB5-8936-800C-BE261893AA2A}"/>
          </ac:graphicFrameMkLst>
        </pc:graphicFrameChg>
        <pc:graphicFrameChg chg="add del mod modGraphic">
          <ac:chgData name="00 mj" userId="98ace5a3f0cb7ebb" providerId="LiveId" clId="{0A524D68-B67F-480E-8BD7-A5EEF8F5A798}" dt="2025-11-11T17:13:59.839" v="1585" actId="478"/>
          <ac:graphicFrameMkLst>
            <pc:docMk/>
            <pc:sldMk cId="1302303859" sldId="484"/>
            <ac:graphicFrameMk id="18" creationId="{FC61B6EA-0173-CE90-8041-1D71C1023EE9}"/>
          </ac:graphicFrameMkLst>
        </pc:graphicFrameChg>
        <pc:graphicFrameChg chg="add del mod modGraphic">
          <ac:chgData name="00 mj" userId="98ace5a3f0cb7ebb" providerId="LiveId" clId="{0A524D68-B67F-480E-8BD7-A5EEF8F5A798}" dt="2025-11-11T17:21:33.662" v="1733" actId="478"/>
          <ac:graphicFrameMkLst>
            <pc:docMk/>
            <pc:sldMk cId="1302303859" sldId="484"/>
            <ac:graphicFrameMk id="19" creationId="{41D95950-C67A-8C02-DCFB-6D5C53D9E3FD}"/>
          </ac:graphicFrameMkLst>
        </pc:graphicFrameChg>
        <pc:picChg chg="add mod modCrop">
          <ac:chgData name="00 mj" userId="98ace5a3f0cb7ebb" providerId="LiveId" clId="{0A524D68-B67F-480E-8BD7-A5EEF8F5A798}" dt="2025-11-11T17:35:41.292" v="1857" actId="732"/>
          <ac:picMkLst>
            <pc:docMk/>
            <pc:sldMk cId="1302303859" sldId="484"/>
            <ac:picMk id="11" creationId="{B7BCE9CD-27C9-D434-EEC6-15F7C33A2402}"/>
          </ac:picMkLst>
        </pc:picChg>
        <pc:cxnChg chg="add mod">
          <ac:chgData name="00 mj" userId="98ace5a3f0cb7ebb" providerId="LiveId" clId="{0A524D68-B67F-480E-8BD7-A5EEF8F5A798}" dt="2025-11-11T17:22:57.460" v="1740" actId="164"/>
          <ac:cxnSpMkLst>
            <pc:docMk/>
            <pc:sldMk cId="1302303859" sldId="484"/>
            <ac:cxnSpMk id="33" creationId="{1D8E7433-0D2C-AF4A-7051-A1A7D0F942FB}"/>
          </ac:cxnSpMkLst>
        </pc:cxnChg>
        <pc:cxnChg chg="add mod">
          <ac:chgData name="00 mj" userId="98ace5a3f0cb7ebb" providerId="LiveId" clId="{0A524D68-B67F-480E-8BD7-A5EEF8F5A798}" dt="2025-11-11T17:34:40.904" v="1852" actId="1076"/>
          <ac:cxnSpMkLst>
            <pc:docMk/>
            <pc:sldMk cId="1302303859" sldId="484"/>
            <ac:cxnSpMk id="35" creationId="{5945CB14-9378-0581-49B2-DA530B91267D}"/>
          </ac:cxnSpMkLst>
        </pc:cxnChg>
        <pc:cxnChg chg="add mod">
          <ac:chgData name="00 mj" userId="98ace5a3f0cb7ebb" providerId="LiveId" clId="{0A524D68-B67F-480E-8BD7-A5EEF8F5A798}" dt="2025-11-11T17:22:57.460" v="1740" actId="164"/>
          <ac:cxnSpMkLst>
            <pc:docMk/>
            <pc:sldMk cId="1302303859" sldId="484"/>
            <ac:cxnSpMk id="36" creationId="{76249EDA-AA49-C2B3-B067-535B42D2A9CC}"/>
          </ac:cxnSpMkLst>
        </pc:cxnChg>
        <pc:cxnChg chg="add mod">
          <ac:chgData name="00 mj" userId="98ace5a3f0cb7ebb" providerId="LiveId" clId="{0A524D68-B67F-480E-8BD7-A5EEF8F5A798}" dt="2025-11-11T17:22:57.460" v="1740" actId="164"/>
          <ac:cxnSpMkLst>
            <pc:docMk/>
            <pc:sldMk cId="1302303859" sldId="484"/>
            <ac:cxnSpMk id="37" creationId="{5FF5A4F8-210E-4746-4DDF-9CA8D85279C7}"/>
          </ac:cxnSpMkLst>
        </pc:cxnChg>
      </pc:sldChg>
      <pc:sldChg chg="addSp delSp modSp add mod ord">
        <pc:chgData name="00 mj" userId="98ace5a3f0cb7ebb" providerId="LiveId" clId="{0A524D68-B67F-480E-8BD7-A5EEF8F5A798}" dt="2025-11-11T19:06:24.047" v="3168" actId="20577"/>
        <pc:sldMkLst>
          <pc:docMk/>
          <pc:sldMk cId="3924095711" sldId="485"/>
        </pc:sldMkLst>
        <pc:spChg chg="mod">
          <ac:chgData name="00 mj" userId="98ace5a3f0cb7ebb" providerId="LiveId" clId="{0A524D68-B67F-480E-8BD7-A5EEF8F5A798}" dt="2025-11-11T17:37:28.802" v="1867" actId="255"/>
          <ac:spMkLst>
            <pc:docMk/>
            <pc:sldMk cId="3924095711" sldId="485"/>
            <ac:spMk id="2" creationId="{E50982AA-7A47-C2DA-1DE8-6AEE7F747D08}"/>
          </ac:spMkLst>
        </pc:spChg>
        <pc:spChg chg="add del mod">
          <ac:chgData name="00 mj" userId="98ace5a3f0cb7ebb" providerId="LiveId" clId="{0A524D68-B67F-480E-8BD7-A5EEF8F5A798}" dt="2025-11-11T17:45:33.069" v="1959" actId="478"/>
          <ac:spMkLst>
            <pc:docMk/>
            <pc:sldMk cId="3924095711" sldId="485"/>
            <ac:spMk id="3" creationId="{ABA68A30-3510-647E-0C98-DDC7310108A8}"/>
          </ac:spMkLst>
        </pc:spChg>
        <pc:spChg chg="del">
          <ac:chgData name="00 mj" userId="98ace5a3f0cb7ebb" providerId="LiveId" clId="{0A524D68-B67F-480E-8BD7-A5EEF8F5A798}" dt="2025-11-11T18:56:16.362" v="3053" actId="478"/>
          <ac:spMkLst>
            <pc:docMk/>
            <pc:sldMk cId="3924095711" sldId="485"/>
            <ac:spMk id="8" creationId="{0484E23F-C8C5-6F29-5C56-42A9B0E09435}"/>
          </ac:spMkLst>
        </pc:spChg>
        <pc:spChg chg="mod">
          <ac:chgData name="00 mj" userId="98ace5a3f0cb7ebb" providerId="LiveId" clId="{0A524D68-B67F-480E-8BD7-A5EEF8F5A798}" dt="2025-11-11T19:06:24.047" v="3168" actId="20577"/>
          <ac:spMkLst>
            <pc:docMk/>
            <pc:sldMk cId="3924095711" sldId="485"/>
            <ac:spMk id="12" creationId="{07BCCBA0-829B-4277-68E3-05EAB1BDA730}"/>
          </ac:spMkLst>
        </pc:spChg>
        <pc:spChg chg="add del mod">
          <ac:chgData name="00 mj" userId="98ace5a3f0cb7ebb" providerId="LiveId" clId="{0A524D68-B67F-480E-8BD7-A5EEF8F5A798}" dt="2025-11-11T17:45:43.852" v="1962" actId="478"/>
          <ac:spMkLst>
            <pc:docMk/>
            <pc:sldMk cId="3924095711" sldId="485"/>
            <ac:spMk id="29" creationId="{39DDF775-A5E7-6464-AE13-EDC8733237AA}"/>
          </ac:spMkLst>
        </pc:spChg>
        <pc:spChg chg="add del mod">
          <ac:chgData name="00 mj" userId="98ace5a3f0cb7ebb" providerId="LiveId" clId="{0A524D68-B67F-480E-8BD7-A5EEF8F5A798}" dt="2025-11-11T17:46:25.288" v="1966" actId="478"/>
          <ac:spMkLst>
            <pc:docMk/>
            <pc:sldMk cId="3924095711" sldId="485"/>
            <ac:spMk id="30" creationId="{3726C875-561F-8A47-071C-6172EEC1CD65}"/>
          </ac:spMkLst>
        </pc:spChg>
        <pc:spChg chg="add mod">
          <ac:chgData name="00 mj" userId="98ace5a3f0cb7ebb" providerId="LiveId" clId="{0A524D68-B67F-480E-8BD7-A5EEF8F5A798}" dt="2025-11-11T18:56:20.893" v="3056" actId="20577"/>
          <ac:spMkLst>
            <pc:docMk/>
            <pc:sldMk cId="3924095711" sldId="485"/>
            <ac:spMk id="33" creationId="{8EED1CCB-5A4A-528E-33A7-C4A8B225D7F5}"/>
          </ac:spMkLst>
        </pc:spChg>
        <pc:cxnChg chg="add del">
          <ac:chgData name="00 mj" userId="98ace5a3f0cb7ebb" providerId="LiveId" clId="{0A524D68-B67F-480E-8BD7-A5EEF8F5A798}" dt="2025-11-11T17:39:03.218" v="1921" actId="478"/>
          <ac:cxnSpMkLst>
            <pc:docMk/>
            <pc:sldMk cId="3924095711" sldId="485"/>
            <ac:cxnSpMk id="11" creationId="{66900D1B-2E4A-0DCD-9713-0AD0827E3D28}"/>
          </ac:cxnSpMkLst>
        </pc:cxnChg>
        <pc:cxnChg chg="add del">
          <ac:chgData name="00 mj" userId="98ace5a3f0cb7ebb" providerId="LiveId" clId="{0A524D68-B67F-480E-8BD7-A5EEF8F5A798}" dt="2025-11-11T17:40:01.232" v="1923" actId="478"/>
          <ac:cxnSpMkLst>
            <pc:docMk/>
            <pc:sldMk cId="3924095711" sldId="485"/>
            <ac:cxnSpMk id="14" creationId="{1942A2EB-0D76-042F-5B9A-5E977B9DAB97}"/>
          </ac:cxnSpMkLst>
        </pc:cxnChg>
        <pc:cxnChg chg="add mod">
          <ac:chgData name="00 mj" userId="98ace5a3f0cb7ebb" providerId="LiveId" clId="{0A524D68-B67F-480E-8BD7-A5EEF8F5A798}" dt="2025-11-11T19:04:37.488" v="3153" actId="1076"/>
          <ac:cxnSpMkLst>
            <pc:docMk/>
            <pc:sldMk cId="3924095711" sldId="485"/>
            <ac:cxnSpMk id="16" creationId="{A31F7136-41FE-BD5F-A359-6B69201C40BF}"/>
          </ac:cxnSpMkLst>
        </pc:cxnChg>
        <pc:cxnChg chg="add mod">
          <ac:chgData name="00 mj" userId="98ace5a3f0cb7ebb" providerId="LiveId" clId="{0A524D68-B67F-480E-8BD7-A5EEF8F5A798}" dt="2025-11-11T19:04:43.094" v="3154" actId="1076"/>
          <ac:cxnSpMkLst>
            <pc:docMk/>
            <pc:sldMk cId="3924095711" sldId="485"/>
            <ac:cxnSpMk id="18" creationId="{A8B9F53C-1FF0-56D2-1736-C4297078DA89}"/>
          </ac:cxnSpMkLst>
        </pc:cxnChg>
        <pc:cxnChg chg="add mod">
          <ac:chgData name="00 mj" userId="98ace5a3f0cb7ebb" providerId="LiveId" clId="{0A524D68-B67F-480E-8BD7-A5EEF8F5A798}" dt="2025-11-11T19:06:03.048" v="3163" actId="1076"/>
          <ac:cxnSpMkLst>
            <pc:docMk/>
            <pc:sldMk cId="3924095711" sldId="485"/>
            <ac:cxnSpMk id="19" creationId="{6E5409F8-6A79-7C4A-A7BA-93D7351F9EFC}"/>
          </ac:cxnSpMkLst>
        </pc:cxnChg>
        <pc:cxnChg chg="add mod">
          <ac:chgData name="00 mj" userId="98ace5a3f0cb7ebb" providerId="LiveId" clId="{0A524D68-B67F-480E-8BD7-A5EEF8F5A798}" dt="2025-11-11T19:05:45.188" v="3161" actId="1076"/>
          <ac:cxnSpMkLst>
            <pc:docMk/>
            <pc:sldMk cId="3924095711" sldId="485"/>
            <ac:cxnSpMk id="21" creationId="{5FAEC9AC-539E-E965-79F1-167259E3BC39}"/>
          </ac:cxnSpMkLst>
        </pc:cxnChg>
        <pc:cxnChg chg="add mod">
          <ac:chgData name="00 mj" userId="98ace5a3f0cb7ebb" providerId="LiveId" clId="{0A524D68-B67F-480E-8BD7-A5EEF8F5A798}" dt="2025-11-11T19:05:01.576" v="3157" actId="1076"/>
          <ac:cxnSpMkLst>
            <pc:docMk/>
            <pc:sldMk cId="3924095711" sldId="485"/>
            <ac:cxnSpMk id="22" creationId="{D0A3C17B-FEF8-BDE5-70F4-F15DB79669C9}"/>
          </ac:cxnSpMkLst>
        </pc:cxnChg>
        <pc:cxnChg chg="add mod">
          <ac:chgData name="00 mj" userId="98ace5a3f0cb7ebb" providerId="LiveId" clId="{0A524D68-B67F-480E-8BD7-A5EEF8F5A798}" dt="2025-11-11T19:05:52.953" v="3162" actId="1076"/>
          <ac:cxnSpMkLst>
            <pc:docMk/>
            <pc:sldMk cId="3924095711" sldId="485"/>
            <ac:cxnSpMk id="23" creationId="{A6279A89-FDD7-419A-B1B9-E42B2369FC61}"/>
          </ac:cxnSpMkLst>
        </pc:cxnChg>
        <pc:cxnChg chg="add mod">
          <ac:chgData name="00 mj" userId="98ace5a3f0cb7ebb" providerId="LiveId" clId="{0A524D68-B67F-480E-8BD7-A5EEF8F5A798}" dt="2025-11-11T19:04:23.717" v="3151" actId="1076"/>
          <ac:cxnSpMkLst>
            <pc:docMk/>
            <pc:sldMk cId="3924095711" sldId="485"/>
            <ac:cxnSpMk id="32" creationId="{604B8D5D-290E-FF4D-F409-2C3E0A38DBBB}"/>
          </ac:cxnSpMkLst>
        </pc:cxnChg>
      </pc:sldChg>
      <pc:sldChg chg="addSp delSp modSp add mod ord">
        <pc:chgData name="00 mj" userId="98ace5a3f0cb7ebb" providerId="LiveId" clId="{0A524D68-B67F-480E-8BD7-A5EEF8F5A798}" dt="2025-11-11T18:56:37.819" v="3060" actId="20577"/>
        <pc:sldMkLst>
          <pc:docMk/>
          <pc:sldMk cId="1862494268" sldId="486"/>
        </pc:sldMkLst>
        <pc:spChg chg="mod">
          <ac:chgData name="00 mj" userId="98ace5a3f0cb7ebb" providerId="LiveId" clId="{0A524D68-B67F-480E-8BD7-A5EEF8F5A798}" dt="2025-11-11T17:47:57.978" v="1975" actId="14100"/>
          <ac:spMkLst>
            <pc:docMk/>
            <pc:sldMk cId="1862494268" sldId="486"/>
            <ac:spMk id="2" creationId="{BF9AFF2F-CBCF-BB21-0F57-204AE37EB637}"/>
          </ac:spMkLst>
        </pc:spChg>
        <pc:spChg chg="add mod">
          <ac:chgData name="00 mj" userId="98ace5a3f0cb7ebb" providerId="LiveId" clId="{0A524D68-B67F-480E-8BD7-A5EEF8F5A798}" dt="2025-11-11T18:56:37.819" v="3060" actId="20577"/>
          <ac:spMkLst>
            <pc:docMk/>
            <pc:sldMk cId="1862494268" sldId="486"/>
            <ac:spMk id="3" creationId="{2976D8D2-5FFC-9789-B26A-AE0FC8C7A6C3}"/>
          </ac:spMkLst>
        </pc:spChg>
        <pc:spChg chg="del">
          <ac:chgData name="00 mj" userId="98ace5a3f0cb7ebb" providerId="LiveId" clId="{0A524D68-B67F-480E-8BD7-A5EEF8F5A798}" dt="2025-11-11T18:56:33.482" v="3057" actId="478"/>
          <ac:spMkLst>
            <pc:docMk/>
            <pc:sldMk cId="1862494268" sldId="486"/>
            <ac:spMk id="8" creationId="{9AA47AAC-886B-C3C8-262C-13FBF6960F4F}"/>
          </ac:spMkLst>
        </pc:spChg>
        <pc:spChg chg="mod">
          <ac:chgData name="00 mj" userId="98ace5a3f0cb7ebb" providerId="LiveId" clId="{0A524D68-B67F-480E-8BD7-A5EEF8F5A798}" dt="2025-11-11T17:54:07.753" v="2055" actId="1076"/>
          <ac:spMkLst>
            <pc:docMk/>
            <pc:sldMk cId="1862494268" sldId="486"/>
            <ac:spMk id="12" creationId="{64749DA5-C3A3-B7C0-7BC2-8874671E68AB}"/>
          </ac:spMkLst>
        </pc:spChg>
      </pc:sldChg>
      <pc:sldChg chg="addSp delSp modSp add mod">
        <pc:chgData name="00 mj" userId="98ace5a3f0cb7ebb" providerId="LiveId" clId="{0A524D68-B67F-480E-8BD7-A5EEF8F5A798}" dt="2025-11-11T19:09:56.892" v="3183" actId="20577"/>
        <pc:sldMkLst>
          <pc:docMk/>
          <pc:sldMk cId="3350751722" sldId="487"/>
        </pc:sldMkLst>
        <pc:spChg chg="mod">
          <ac:chgData name="00 mj" userId="98ace5a3f0cb7ebb" providerId="LiveId" clId="{0A524D68-B67F-480E-8BD7-A5EEF8F5A798}" dt="2025-11-11T17:54:22.376" v="2057" actId="14100"/>
          <ac:spMkLst>
            <pc:docMk/>
            <pc:sldMk cId="3350751722" sldId="487"/>
            <ac:spMk id="2" creationId="{2FA340F0-3BC1-D9D0-832A-E007625A3C02}"/>
          </ac:spMkLst>
        </pc:spChg>
        <pc:spChg chg="del">
          <ac:chgData name="00 mj" userId="98ace5a3f0cb7ebb" providerId="LiveId" clId="{0A524D68-B67F-480E-8BD7-A5EEF8F5A798}" dt="2025-11-11T18:56:43.101" v="3061" actId="478"/>
          <ac:spMkLst>
            <pc:docMk/>
            <pc:sldMk cId="3350751722" sldId="487"/>
            <ac:spMk id="8" creationId="{60DA3F2A-998B-D9FF-EE9A-82B40749C26D}"/>
          </ac:spMkLst>
        </pc:spChg>
        <pc:spChg chg="add mod">
          <ac:chgData name="00 mj" userId="98ace5a3f0cb7ebb" providerId="LiveId" clId="{0A524D68-B67F-480E-8BD7-A5EEF8F5A798}" dt="2025-11-11T19:07:10.393" v="3172" actId="1076"/>
          <ac:spMkLst>
            <pc:docMk/>
            <pc:sldMk cId="3350751722" sldId="487"/>
            <ac:spMk id="11" creationId="{AD6A5797-DBE4-18FD-DEB2-35B5A71F8391}"/>
          </ac:spMkLst>
        </pc:spChg>
        <pc:spChg chg="mod">
          <ac:chgData name="00 mj" userId="98ace5a3f0cb7ebb" providerId="LiveId" clId="{0A524D68-B67F-480E-8BD7-A5EEF8F5A798}" dt="2025-11-11T19:09:56.892" v="3183" actId="20577"/>
          <ac:spMkLst>
            <pc:docMk/>
            <pc:sldMk cId="3350751722" sldId="487"/>
            <ac:spMk id="12" creationId="{7BDB8191-332B-A720-B8F7-933BBD0D7E00}"/>
          </ac:spMkLst>
        </pc:spChg>
        <pc:spChg chg="add mod">
          <ac:chgData name="00 mj" userId="98ace5a3f0cb7ebb" providerId="LiveId" clId="{0A524D68-B67F-480E-8BD7-A5EEF8F5A798}" dt="2025-11-11T18:56:47.928" v="3064" actId="20577"/>
          <ac:spMkLst>
            <pc:docMk/>
            <pc:sldMk cId="3350751722" sldId="487"/>
            <ac:spMk id="13" creationId="{DBECBFC3-E7A4-49CB-D256-7BBDA2E4D689}"/>
          </ac:spMkLst>
        </pc:spChg>
        <pc:picChg chg="add mod">
          <ac:chgData name="00 mj" userId="98ace5a3f0cb7ebb" providerId="LiveId" clId="{0A524D68-B67F-480E-8BD7-A5EEF8F5A798}" dt="2025-11-11T17:59:23.176" v="2252" actId="1076"/>
          <ac:picMkLst>
            <pc:docMk/>
            <pc:sldMk cId="3350751722" sldId="487"/>
            <ac:picMk id="4" creationId="{904C69AA-2FB2-5EDB-A507-D2C2DA174368}"/>
          </ac:picMkLst>
        </pc:picChg>
      </pc:sldChg>
      <pc:sldChg chg="addSp delSp modSp add mod ord">
        <pc:chgData name="00 mj" userId="98ace5a3f0cb7ebb" providerId="LiveId" clId="{0A524D68-B67F-480E-8BD7-A5EEF8F5A798}" dt="2025-11-11T19:11:23.305" v="3209" actId="20577"/>
        <pc:sldMkLst>
          <pc:docMk/>
          <pc:sldMk cId="1042185836" sldId="488"/>
        </pc:sldMkLst>
        <pc:spChg chg="mod">
          <ac:chgData name="00 mj" userId="98ace5a3f0cb7ebb" providerId="LiveId" clId="{0A524D68-B67F-480E-8BD7-A5EEF8F5A798}" dt="2025-11-11T18:08:47.976" v="2462"/>
          <ac:spMkLst>
            <pc:docMk/>
            <pc:sldMk cId="1042185836" sldId="488"/>
            <ac:spMk id="2" creationId="{00973604-C85A-A908-59B2-542E5BCDDF69}"/>
          </ac:spMkLst>
        </pc:spChg>
        <pc:spChg chg="add del">
          <ac:chgData name="00 mj" userId="98ace5a3f0cb7ebb" providerId="LiveId" clId="{0A524D68-B67F-480E-8BD7-A5EEF8F5A798}" dt="2025-11-11T18:56:59.854" v="3066" actId="478"/>
          <ac:spMkLst>
            <pc:docMk/>
            <pc:sldMk cId="1042185836" sldId="488"/>
            <ac:spMk id="6" creationId="{C80CF407-9779-963E-E545-44B5AD33D2B7}"/>
          </ac:spMkLst>
        </pc:spChg>
        <pc:spChg chg="del">
          <ac:chgData name="00 mj" userId="98ace5a3f0cb7ebb" providerId="LiveId" clId="{0A524D68-B67F-480E-8BD7-A5EEF8F5A798}" dt="2025-11-11T18:57:03.558" v="3067" actId="478"/>
          <ac:spMkLst>
            <pc:docMk/>
            <pc:sldMk cId="1042185836" sldId="488"/>
            <ac:spMk id="8" creationId="{87456B80-C60A-E69F-3DEF-3247BD356002}"/>
          </ac:spMkLst>
        </pc:spChg>
        <pc:spChg chg="add mod">
          <ac:chgData name="00 mj" userId="98ace5a3f0cb7ebb" providerId="LiveId" clId="{0A524D68-B67F-480E-8BD7-A5EEF8F5A798}" dt="2025-11-11T19:11:23.305" v="3209" actId="20577"/>
          <ac:spMkLst>
            <pc:docMk/>
            <pc:sldMk cId="1042185836" sldId="488"/>
            <ac:spMk id="11" creationId="{8B0D4BDE-8529-67F0-02B9-81E47D6D6CCA}"/>
          </ac:spMkLst>
        </pc:spChg>
        <pc:spChg chg="mod">
          <ac:chgData name="00 mj" userId="98ace5a3f0cb7ebb" providerId="LiveId" clId="{0A524D68-B67F-480E-8BD7-A5EEF8F5A798}" dt="2025-11-11T19:10:26.046" v="3186" actId="113"/>
          <ac:spMkLst>
            <pc:docMk/>
            <pc:sldMk cId="1042185836" sldId="488"/>
            <ac:spMk id="12" creationId="{D7426DA6-D1C8-7C55-B106-C07DCF330F00}"/>
          </ac:spMkLst>
        </pc:spChg>
        <pc:spChg chg="add mod">
          <ac:chgData name="00 mj" userId="98ace5a3f0cb7ebb" providerId="LiveId" clId="{0A524D68-B67F-480E-8BD7-A5EEF8F5A798}" dt="2025-11-11T18:57:12.918" v="3074" actId="20577"/>
          <ac:spMkLst>
            <pc:docMk/>
            <pc:sldMk cId="1042185836" sldId="488"/>
            <ac:spMk id="13" creationId="{5B7BC846-1CB4-E90B-7CB4-86B9B4F9C140}"/>
          </ac:spMkLst>
        </pc:spChg>
        <pc:picChg chg="add mod">
          <ac:chgData name="00 mj" userId="98ace5a3f0cb7ebb" providerId="LiveId" clId="{0A524D68-B67F-480E-8BD7-A5EEF8F5A798}" dt="2025-11-11T18:03:45.868" v="2288" actId="14100"/>
          <ac:picMkLst>
            <pc:docMk/>
            <pc:sldMk cId="1042185836" sldId="488"/>
            <ac:picMk id="4" creationId="{BD9F0FFE-4F1E-0B35-6D9A-6A5037E9C1E7}"/>
          </ac:picMkLst>
        </pc:picChg>
      </pc:sldChg>
      <pc:sldChg chg="modSp add del mod">
        <pc:chgData name="00 mj" userId="98ace5a3f0cb7ebb" providerId="LiveId" clId="{0A524D68-B67F-480E-8BD7-A5EEF8F5A798}" dt="2025-11-11T16:19:26.170" v="952" actId="47"/>
        <pc:sldMkLst>
          <pc:docMk/>
          <pc:sldMk cId="509972625" sldId="489"/>
        </pc:sldMkLst>
        <pc:spChg chg="mod">
          <ac:chgData name="00 mj" userId="98ace5a3f0cb7ebb" providerId="LiveId" clId="{0A524D68-B67F-480E-8BD7-A5EEF8F5A798}" dt="2025-11-11T16:19:21.260" v="951" actId="20577"/>
          <ac:spMkLst>
            <pc:docMk/>
            <pc:sldMk cId="509972625" sldId="489"/>
            <ac:spMk id="2" creationId="{8151F566-4DFD-6F72-0DA2-DCFC34FCD2A3}"/>
          </ac:spMkLst>
        </pc:spChg>
      </pc:sldChg>
      <pc:sldChg chg="addSp delSp modSp add mod">
        <pc:chgData name="00 mj" userId="98ace5a3f0cb7ebb" providerId="LiveId" clId="{0A524D68-B67F-480E-8BD7-A5EEF8F5A798}" dt="2025-11-11T19:03:54.416" v="3149" actId="255"/>
        <pc:sldMkLst>
          <pc:docMk/>
          <pc:sldMk cId="2802901683" sldId="489"/>
        </pc:sldMkLst>
        <pc:spChg chg="mod">
          <ac:chgData name="00 mj" userId="98ace5a3f0cb7ebb" providerId="LiveId" clId="{0A524D68-B67F-480E-8BD7-A5EEF8F5A798}" dt="2025-11-11T19:03:54.416" v="3149" actId="255"/>
          <ac:spMkLst>
            <pc:docMk/>
            <pc:sldMk cId="2802901683" sldId="489"/>
            <ac:spMk id="2" creationId="{5D8A24C9-92B4-E998-761E-202EF5706A2F}"/>
          </ac:spMkLst>
        </pc:spChg>
        <pc:spChg chg="add del mod">
          <ac:chgData name="00 mj" userId="98ace5a3f0cb7ebb" providerId="LiveId" clId="{0A524D68-B67F-480E-8BD7-A5EEF8F5A798}" dt="2025-11-11T16:25:49.623" v="1006"/>
          <ac:spMkLst>
            <pc:docMk/>
            <pc:sldMk cId="2802901683" sldId="489"/>
            <ac:spMk id="3" creationId="{558257B2-C753-E8F0-0A01-604DFF7D63DD}"/>
          </ac:spMkLst>
        </pc:spChg>
        <pc:spChg chg="add del mod">
          <ac:chgData name="00 mj" userId="98ace5a3f0cb7ebb" providerId="LiveId" clId="{0A524D68-B67F-480E-8BD7-A5EEF8F5A798}" dt="2025-11-11T16:28:47.833" v="1009"/>
          <ac:spMkLst>
            <pc:docMk/>
            <pc:sldMk cId="2802901683" sldId="489"/>
            <ac:spMk id="4" creationId="{DC577A99-FA0E-E971-7F5C-3BB97E75FA2F}"/>
          </ac:spMkLst>
        </pc:spChg>
        <pc:spChg chg="del">
          <ac:chgData name="00 mj" userId="98ace5a3f0cb7ebb" providerId="LiveId" clId="{0A524D68-B67F-480E-8BD7-A5EEF8F5A798}" dt="2025-11-11T18:55:45.808" v="3043" actId="478"/>
          <ac:spMkLst>
            <pc:docMk/>
            <pc:sldMk cId="2802901683" sldId="489"/>
            <ac:spMk id="8" creationId="{DE57909F-C813-2656-DA66-72C8D770A7EF}"/>
          </ac:spMkLst>
        </pc:spChg>
        <pc:spChg chg="add mod">
          <ac:chgData name="00 mj" userId="98ace5a3f0cb7ebb" providerId="LiveId" clId="{0A524D68-B67F-480E-8BD7-A5EEF8F5A798}" dt="2025-11-11T19:03:01.455" v="3143" actId="1076"/>
          <ac:spMkLst>
            <pc:docMk/>
            <pc:sldMk cId="2802901683" sldId="489"/>
            <ac:spMk id="11" creationId="{2FAC243A-1BE5-5BD4-B078-0EAAE80A4FCB}"/>
          </ac:spMkLst>
        </pc:spChg>
        <pc:spChg chg="del mod">
          <ac:chgData name="00 mj" userId="98ace5a3f0cb7ebb" providerId="LiveId" clId="{0A524D68-B67F-480E-8BD7-A5EEF8F5A798}" dt="2025-11-11T16:24:22.104" v="1003" actId="478"/>
          <ac:spMkLst>
            <pc:docMk/>
            <pc:sldMk cId="2802901683" sldId="489"/>
            <ac:spMk id="12" creationId="{68B47DC7-6F11-163D-6BC5-A7025BA230E4}"/>
          </ac:spMkLst>
        </pc:spChg>
        <pc:spChg chg="add mod">
          <ac:chgData name="00 mj" userId="98ace5a3f0cb7ebb" providerId="LiveId" clId="{0A524D68-B67F-480E-8BD7-A5EEF8F5A798}" dt="2025-11-11T18:55:54.166" v="3048" actId="20577"/>
          <ac:spMkLst>
            <pc:docMk/>
            <pc:sldMk cId="2802901683" sldId="489"/>
            <ac:spMk id="13" creationId="{101BD92B-8D00-4366-FC47-44D297E3633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1ED2A4-C1BC-4C06-92B0-4F45599EA93A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D4298CB-7EE0-4CEE-80C2-880B897ECABE}">
      <dgm:prSet phldrT="[Text]" phldr="0" custT="1"/>
      <dgm:spPr/>
      <dgm:t>
        <a:bodyPr/>
        <a:lstStyle/>
        <a:p>
          <a:r>
            <a:rPr lang="en-IN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FEATURES</a:t>
          </a:r>
        </a:p>
      </dgm:t>
    </dgm:pt>
    <dgm:pt modelId="{B0BF7ADC-17A1-4096-8828-5D055142F570}" type="parTrans" cxnId="{C71710AC-4FE5-4F28-AE16-59656D6B7536}">
      <dgm:prSet/>
      <dgm:spPr/>
      <dgm:t>
        <a:bodyPr/>
        <a:lstStyle/>
        <a:p>
          <a:endParaRPr lang="en-IN"/>
        </a:p>
      </dgm:t>
    </dgm:pt>
    <dgm:pt modelId="{0DE09432-2C8D-4B3C-811E-079FF0E928E3}" type="sibTrans" cxnId="{C71710AC-4FE5-4F28-AE16-59656D6B7536}">
      <dgm:prSet/>
      <dgm:spPr/>
      <dgm:t>
        <a:bodyPr/>
        <a:lstStyle/>
        <a:p>
          <a:endParaRPr lang="en-IN"/>
        </a:p>
      </dgm:t>
    </dgm:pt>
    <dgm:pt modelId="{D7DF2A80-BB35-4A99-911D-2549CEBAF349}">
      <dgm:prSet phldrT="[Text]" phldr="0" custT="1"/>
      <dgm:spPr/>
      <dgm:t>
        <a:bodyPr/>
        <a:lstStyle/>
        <a:p>
          <a:r>
            <a:rPr lang="en-IN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Gender</a:t>
          </a:r>
        </a:p>
      </dgm:t>
    </dgm:pt>
    <dgm:pt modelId="{36716018-02A5-4CF4-9592-245CFB829929}" type="parTrans" cxnId="{7CBFE453-4E34-48E5-94F8-35029F1E4CBD}">
      <dgm:prSet/>
      <dgm:spPr/>
      <dgm:t>
        <a:bodyPr/>
        <a:lstStyle/>
        <a:p>
          <a:endParaRPr lang="en-IN"/>
        </a:p>
      </dgm:t>
    </dgm:pt>
    <dgm:pt modelId="{F6B7BAE2-9D99-4C1F-855D-A79B831069C9}" type="sibTrans" cxnId="{7CBFE453-4E34-48E5-94F8-35029F1E4CBD}">
      <dgm:prSet/>
      <dgm:spPr/>
      <dgm:t>
        <a:bodyPr/>
        <a:lstStyle/>
        <a:p>
          <a:endParaRPr lang="en-IN"/>
        </a:p>
      </dgm:t>
    </dgm:pt>
    <dgm:pt modelId="{49896633-EB64-4950-8DA3-674DCF1772FE}">
      <dgm:prSet phldrT="[Text]" phldr="0" custT="1"/>
      <dgm:spPr/>
      <dgm:t>
        <a:bodyPr/>
        <a:lstStyle/>
        <a:p>
          <a:r>
            <a:rPr lang="en-IN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Age</a:t>
          </a:r>
        </a:p>
      </dgm:t>
    </dgm:pt>
    <dgm:pt modelId="{AA125D03-24EF-41F5-A5AB-5424FD533E3F}" type="parTrans" cxnId="{618663D2-C752-4793-A2C9-BE2A134BEFC8}">
      <dgm:prSet/>
      <dgm:spPr/>
      <dgm:t>
        <a:bodyPr/>
        <a:lstStyle/>
        <a:p>
          <a:endParaRPr lang="en-IN"/>
        </a:p>
      </dgm:t>
    </dgm:pt>
    <dgm:pt modelId="{5401D658-6A18-4FF8-A568-99ED6A3BC57B}" type="sibTrans" cxnId="{618663D2-C752-4793-A2C9-BE2A134BEFC8}">
      <dgm:prSet/>
      <dgm:spPr/>
      <dgm:t>
        <a:bodyPr/>
        <a:lstStyle/>
        <a:p>
          <a:endParaRPr lang="en-IN"/>
        </a:p>
      </dgm:t>
    </dgm:pt>
    <dgm:pt modelId="{D620871E-37B2-42F5-B605-1145F3C9E544}">
      <dgm:prSet phldrT="[Text]" phldr="0" custT="1"/>
      <dgm:spPr/>
      <dgm:t>
        <a:bodyPr/>
        <a:lstStyle/>
        <a:p>
          <a:r>
            <a:rPr lang="en-IN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Urea</a:t>
          </a:r>
        </a:p>
      </dgm:t>
    </dgm:pt>
    <dgm:pt modelId="{0EBAFAFA-4AE1-4E88-9763-676A1C032ADA}" type="parTrans" cxnId="{AD0756CD-DA51-4812-B781-21FED6887718}">
      <dgm:prSet/>
      <dgm:spPr/>
      <dgm:t>
        <a:bodyPr/>
        <a:lstStyle/>
        <a:p>
          <a:endParaRPr lang="en-IN"/>
        </a:p>
      </dgm:t>
    </dgm:pt>
    <dgm:pt modelId="{4E36E023-64B8-4227-B2A8-B002EDA2E42B}" type="sibTrans" cxnId="{AD0756CD-DA51-4812-B781-21FED6887718}">
      <dgm:prSet/>
      <dgm:spPr/>
      <dgm:t>
        <a:bodyPr/>
        <a:lstStyle/>
        <a:p>
          <a:endParaRPr lang="en-IN"/>
        </a:p>
      </dgm:t>
    </dgm:pt>
    <dgm:pt modelId="{2DF3D341-73AE-47B7-88E1-C73435422D0C}">
      <dgm:prSet phldrT="[Text]" phldr="0" custT="1"/>
      <dgm:spPr/>
      <dgm:t>
        <a:bodyPr/>
        <a:lstStyle/>
        <a:p>
          <a:r>
            <a:rPr lang="en-IN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Creatinine</a:t>
          </a:r>
        </a:p>
      </dgm:t>
    </dgm:pt>
    <dgm:pt modelId="{773FD94F-F137-4D0A-83B7-355F907A45C4}" type="parTrans" cxnId="{3EC35E77-C82E-44DC-A03A-C35F4994EBF2}">
      <dgm:prSet/>
      <dgm:spPr/>
      <dgm:t>
        <a:bodyPr/>
        <a:lstStyle/>
        <a:p>
          <a:endParaRPr lang="en-IN"/>
        </a:p>
      </dgm:t>
    </dgm:pt>
    <dgm:pt modelId="{A69A56B5-3FEF-4A1D-9AAB-0F0297368C92}" type="sibTrans" cxnId="{3EC35E77-C82E-44DC-A03A-C35F4994EBF2}">
      <dgm:prSet/>
      <dgm:spPr/>
      <dgm:t>
        <a:bodyPr/>
        <a:lstStyle/>
        <a:p>
          <a:endParaRPr lang="en-IN"/>
        </a:p>
      </dgm:t>
    </dgm:pt>
    <dgm:pt modelId="{7550A6E9-B812-4DC3-BB5C-AC5667B8A19A}">
      <dgm:prSet phldrT="[Text]" phldr="0" custT="1"/>
      <dgm:spPr/>
      <dgm:t>
        <a:bodyPr/>
        <a:lstStyle/>
        <a:p>
          <a:r>
            <a:rPr lang="en-IN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HbA1c</a:t>
          </a:r>
        </a:p>
      </dgm:t>
    </dgm:pt>
    <dgm:pt modelId="{D8BC2BBC-BB70-4822-9213-38E2D00458A6}" type="parTrans" cxnId="{3FA69073-B117-4FCC-B185-BEA106BD1436}">
      <dgm:prSet/>
      <dgm:spPr/>
      <dgm:t>
        <a:bodyPr/>
        <a:lstStyle/>
        <a:p>
          <a:endParaRPr lang="en-IN"/>
        </a:p>
      </dgm:t>
    </dgm:pt>
    <dgm:pt modelId="{0DA7364B-9C5C-4718-8DB5-D662AF0BBE5D}" type="sibTrans" cxnId="{3FA69073-B117-4FCC-B185-BEA106BD1436}">
      <dgm:prSet/>
      <dgm:spPr/>
      <dgm:t>
        <a:bodyPr/>
        <a:lstStyle/>
        <a:p>
          <a:endParaRPr lang="en-IN"/>
        </a:p>
      </dgm:t>
    </dgm:pt>
    <dgm:pt modelId="{A6C99E1F-8605-4317-ABA1-29FA2EDC8447}">
      <dgm:prSet phldrT="[Text]" phldr="0" custT="1"/>
      <dgm:spPr/>
      <dgm:t>
        <a:bodyPr/>
        <a:lstStyle/>
        <a:p>
          <a:r>
            <a:rPr lang="en-IN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Cholesterol</a:t>
          </a:r>
        </a:p>
      </dgm:t>
    </dgm:pt>
    <dgm:pt modelId="{D2AB3F1C-D753-4181-A96D-AD0414765157}" type="parTrans" cxnId="{6BE4F89F-8735-4535-9E4C-9A580021925C}">
      <dgm:prSet/>
      <dgm:spPr/>
      <dgm:t>
        <a:bodyPr/>
        <a:lstStyle/>
        <a:p>
          <a:endParaRPr lang="en-IN"/>
        </a:p>
      </dgm:t>
    </dgm:pt>
    <dgm:pt modelId="{7B24D504-3E06-451B-9C4B-49ED3147704B}" type="sibTrans" cxnId="{6BE4F89F-8735-4535-9E4C-9A580021925C}">
      <dgm:prSet/>
      <dgm:spPr/>
      <dgm:t>
        <a:bodyPr/>
        <a:lstStyle/>
        <a:p>
          <a:endParaRPr lang="en-IN"/>
        </a:p>
      </dgm:t>
    </dgm:pt>
    <dgm:pt modelId="{A6F9CD8B-02B3-4A33-A602-7C81AC234968}">
      <dgm:prSet phldrT="[Text]" phldr="0" custT="1"/>
      <dgm:spPr/>
      <dgm:t>
        <a:bodyPr/>
        <a:lstStyle/>
        <a:p>
          <a:r>
            <a:rPr lang="en-IN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TG</a:t>
          </a:r>
        </a:p>
      </dgm:t>
    </dgm:pt>
    <dgm:pt modelId="{DA08C4CC-15F5-4EDA-B98B-A0D80CC6F2EB}" type="parTrans" cxnId="{A7CD51D4-89E0-46D4-9D8B-1573AA801408}">
      <dgm:prSet/>
      <dgm:spPr/>
      <dgm:t>
        <a:bodyPr/>
        <a:lstStyle/>
        <a:p>
          <a:endParaRPr lang="en-IN"/>
        </a:p>
      </dgm:t>
    </dgm:pt>
    <dgm:pt modelId="{AC93F4FB-A84C-41E0-A028-DE50753A37F3}" type="sibTrans" cxnId="{A7CD51D4-89E0-46D4-9D8B-1573AA801408}">
      <dgm:prSet/>
      <dgm:spPr/>
      <dgm:t>
        <a:bodyPr/>
        <a:lstStyle/>
        <a:p>
          <a:endParaRPr lang="en-IN"/>
        </a:p>
      </dgm:t>
    </dgm:pt>
    <dgm:pt modelId="{06B0449E-3110-4E9E-8B7A-97DA24987642}">
      <dgm:prSet phldrT="[Text]" phldr="0" custT="1"/>
      <dgm:spPr/>
      <dgm:t>
        <a:bodyPr/>
        <a:lstStyle/>
        <a:p>
          <a:r>
            <a:rPr lang="en-IN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HDL</a:t>
          </a:r>
        </a:p>
      </dgm:t>
    </dgm:pt>
    <dgm:pt modelId="{CDDEDD49-08DF-4DBF-A528-1C8A4A3DFF23}" type="parTrans" cxnId="{740EE3F1-4D83-4F83-946F-AB2502B1A5AE}">
      <dgm:prSet/>
      <dgm:spPr/>
      <dgm:t>
        <a:bodyPr/>
        <a:lstStyle/>
        <a:p>
          <a:endParaRPr lang="en-IN"/>
        </a:p>
      </dgm:t>
    </dgm:pt>
    <dgm:pt modelId="{A3CC30C6-F8E8-4DFB-9D58-AD97201D8725}" type="sibTrans" cxnId="{740EE3F1-4D83-4F83-946F-AB2502B1A5AE}">
      <dgm:prSet/>
      <dgm:spPr/>
      <dgm:t>
        <a:bodyPr/>
        <a:lstStyle/>
        <a:p>
          <a:endParaRPr lang="en-IN"/>
        </a:p>
      </dgm:t>
    </dgm:pt>
    <dgm:pt modelId="{8F533D15-6A3F-4F94-82F6-94E7D4BF3F49}">
      <dgm:prSet phldrT="[Text]" phldr="0" custT="1"/>
      <dgm:spPr/>
      <dgm:t>
        <a:bodyPr/>
        <a:lstStyle/>
        <a:p>
          <a:r>
            <a:rPr lang="en-IN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LDL</a:t>
          </a:r>
        </a:p>
      </dgm:t>
    </dgm:pt>
    <dgm:pt modelId="{011B8321-76DF-434E-A9BF-1F5FD84C12FB}" type="parTrans" cxnId="{D2AEB096-BD7C-44D0-AC94-A915A4AA8388}">
      <dgm:prSet/>
      <dgm:spPr/>
      <dgm:t>
        <a:bodyPr/>
        <a:lstStyle/>
        <a:p>
          <a:endParaRPr lang="en-IN"/>
        </a:p>
      </dgm:t>
    </dgm:pt>
    <dgm:pt modelId="{5BB526A6-972C-46DB-83AC-E961481B3A3E}" type="sibTrans" cxnId="{D2AEB096-BD7C-44D0-AC94-A915A4AA8388}">
      <dgm:prSet/>
      <dgm:spPr/>
      <dgm:t>
        <a:bodyPr/>
        <a:lstStyle/>
        <a:p>
          <a:endParaRPr lang="en-IN"/>
        </a:p>
      </dgm:t>
    </dgm:pt>
    <dgm:pt modelId="{FCE40A0D-FF6D-4862-A2BF-20507B399C5E}">
      <dgm:prSet phldrT="[Text]" phldr="0" custT="1"/>
      <dgm:spPr/>
      <dgm:t>
        <a:bodyPr/>
        <a:lstStyle/>
        <a:p>
          <a:r>
            <a:rPr lang="en-IN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VLDL</a:t>
          </a:r>
        </a:p>
      </dgm:t>
    </dgm:pt>
    <dgm:pt modelId="{E5F7E74A-8D14-4BAE-8653-E8DE1F862376}" type="parTrans" cxnId="{73A2F15E-84EF-4778-9E07-7DAC7B5F071B}">
      <dgm:prSet/>
      <dgm:spPr/>
      <dgm:t>
        <a:bodyPr/>
        <a:lstStyle/>
        <a:p>
          <a:endParaRPr lang="en-IN"/>
        </a:p>
      </dgm:t>
    </dgm:pt>
    <dgm:pt modelId="{79F1C4CA-BDB6-49C5-9172-D636A892C7CB}" type="sibTrans" cxnId="{73A2F15E-84EF-4778-9E07-7DAC7B5F071B}">
      <dgm:prSet/>
      <dgm:spPr/>
      <dgm:t>
        <a:bodyPr/>
        <a:lstStyle/>
        <a:p>
          <a:endParaRPr lang="en-IN"/>
        </a:p>
      </dgm:t>
    </dgm:pt>
    <dgm:pt modelId="{9A61C99E-B0DC-4505-A8E6-087E7915C55C}">
      <dgm:prSet phldrT="[Text]" phldr="0" custT="1"/>
      <dgm:spPr/>
      <dgm:t>
        <a:bodyPr/>
        <a:lstStyle/>
        <a:p>
          <a:r>
            <a:rPr lang="en-IN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BMI</a:t>
          </a:r>
        </a:p>
      </dgm:t>
    </dgm:pt>
    <dgm:pt modelId="{95DDEF2B-2097-4A8D-80FB-5462250DF0E4}" type="parTrans" cxnId="{B654252F-8BD1-4956-AD82-D1C37D3707E9}">
      <dgm:prSet/>
      <dgm:spPr/>
      <dgm:t>
        <a:bodyPr/>
        <a:lstStyle/>
        <a:p>
          <a:endParaRPr lang="en-IN"/>
        </a:p>
      </dgm:t>
    </dgm:pt>
    <dgm:pt modelId="{FEAA1510-5005-491D-9C66-76E0C3071401}" type="sibTrans" cxnId="{B654252F-8BD1-4956-AD82-D1C37D3707E9}">
      <dgm:prSet/>
      <dgm:spPr/>
      <dgm:t>
        <a:bodyPr/>
        <a:lstStyle/>
        <a:p>
          <a:endParaRPr lang="en-IN"/>
        </a:p>
      </dgm:t>
    </dgm:pt>
    <dgm:pt modelId="{29C922E9-6656-4102-9D2E-A082C36CDA92}" type="pres">
      <dgm:prSet presAssocID="{021ED2A4-C1BC-4C06-92B0-4F45599EA93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997736B-EC9F-4D68-9FCC-B9EF58CA491F}" type="pres">
      <dgm:prSet presAssocID="{6D4298CB-7EE0-4CEE-80C2-880B897ECABE}" presName="root" presStyleCnt="0"/>
      <dgm:spPr/>
    </dgm:pt>
    <dgm:pt modelId="{1A6E0702-D637-4D07-8F8F-EFD815DF685B}" type="pres">
      <dgm:prSet presAssocID="{6D4298CB-7EE0-4CEE-80C2-880B897ECABE}" presName="rootComposite" presStyleCnt="0"/>
      <dgm:spPr/>
    </dgm:pt>
    <dgm:pt modelId="{2065233C-C749-4A44-B9C6-0D691DC7F700}" type="pres">
      <dgm:prSet presAssocID="{6D4298CB-7EE0-4CEE-80C2-880B897ECABE}" presName="rootText" presStyleLbl="node1" presStyleIdx="0" presStyleCnt="1" custScaleX="319539"/>
      <dgm:spPr/>
    </dgm:pt>
    <dgm:pt modelId="{7997136B-B9FA-4C64-88B3-C26306FAB790}" type="pres">
      <dgm:prSet presAssocID="{6D4298CB-7EE0-4CEE-80C2-880B897ECABE}" presName="rootConnector" presStyleLbl="node1" presStyleIdx="0" presStyleCnt="1"/>
      <dgm:spPr/>
    </dgm:pt>
    <dgm:pt modelId="{10941BA2-357F-4CEB-8E3A-163986D5321C}" type="pres">
      <dgm:prSet presAssocID="{6D4298CB-7EE0-4CEE-80C2-880B897ECABE}" presName="childShape" presStyleCnt="0"/>
      <dgm:spPr/>
    </dgm:pt>
    <dgm:pt modelId="{3AA5B90E-A90C-4A6F-9702-C3A2451B11D7}" type="pres">
      <dgm:prSet presAssocID="{36716018-02A5-4CF4-9592-245CFB829929}" presName="Name13" presStyleLbl="parChTrans1D2" presStyleIdx="0" presStyleCnt="11"/>
      <dgm:spPr/>
    </dgm:pt>
    <dgm:pt modelId="{BBD492BF-63F3-4114-838D-FC4E3E3413A8}" type="pres">
      <dgm:prSet presAssocID="{D7DF2A80-BB35-4A99-911D-2549CEBAF349}" presName="childText" presStyleLbl="bgAcc1" presStyleIdx="0" presStyleCnt="11" custScaleX="322019">
        <dgm:presLayoutVars>
          <dgm:bulletEnabled val="1"/>
        </dgm:presLayoutVars>
      </dgm:prSet>
      <dgm:spPr/>
    </dgm:pt>
    <dgm:pt modelId="{C019792A-FAF5-45BA-BAB6-60E72E84D60D}" type="pres">
      <dgm:prSet presAssocID="{AA125D03-24EF-41F5-A5AB-5424FD533E3F}" presName="Name13" presStyleLbl="parChTrans1D2" presStyleIdx="1" presStyleCnt="11"/>
      <dgm:spPr/>
    </dgm:pt>
    <dgm:pt modelId="{0C016C86-451B-407D-B65B-F2B3D9C092F5}" type="pres">
      <dgm:prSet presAssocID="{49896633-EB64-4950-8DA3-674DCF1772FE}" presName="childText" presStyleLbl="bgAcc1" presStyleIdx="1" presStyleCnt="11" custScaleX="322019">
        <dgm:presLayoutVars>
          <dgm:bulletEnabled val="1"/>
        </dgm:presLayoutVars>
      </dgm:prSet>
      <dgm:spPr/>
    </dgm:pt>
    <dgm:pt modelId="{330146B0-ADC8-420D-9898-23792F658DF4}" type="pres">
      <dgm:prSet presAssocID="{0EBAFAFA-4AE1-4E88-9763-676A1C032ADA}" presName="Name13" presStyleLbl="parChTrans1D2" presStyleIdx="2" presStyleCnt="11"/>
      <dgm:spPr/>
    </dgm:pt>
    <dgm:pt modelId="{B665FFF4-29C2-4879-91CC-8AD6B297D0AD}" type="pres">
      <dgm:prSet presAssocID="{D620871E-37B2-42F5-B605-1145F3C9E544}" presName="childText" presStyleLbl="bgAcc1" presStyleIdx="2" presStyleCnt="11" custScaleX="322019">
        <dgm:presLayoutVars>
          <dgm:bulletEnabled val="1"/>
        </dgm:presLayoutVars>
      </dgm:prSet>
      <dgm:spPr/>
    </dgm:pt>
    <dgm:pt modelId="{5CC77E87-D199-482B-BA02-6CDF88C48E23}" type="pres">
      <dgm:prSet presAssocID="{773FD94F-F137-4D0A-83B7-355F907A45C4}" presName="Name13" presStyleLbl="parChTrans1D2" presStyleIdx="3" presStyleCnt="11"/>
      <dgm:spPr/>
    </dgm:pt>
    <dgm:pt modelId="{B9006291-5D2C-47FA-AE9B-BDAB07C56387}" type="pres">
      <dgm:prSet presAssocID="{2DF3D341-73AE-47B7-88E1-C73435422D0C}" presName="childText" presStyleLbl="bgAcc1" presStyleIdx="3" presStyleCnt="11" custScaleX="322019">
        <dgm:presLayoutVars>
          <dgm:bulletEnabled val="1"/>
        </dgm:presLayoutVars>
      </dgm:prSet>
      <dgm:spPr/>
    </dgm:pt>
    <dgm:pt modelId="{CAD283C1-61CF-4303-B0AA-150D0314CD90}" type="pres">
      <dgm:prSet presAssocID="{D8BC2BBC-BB70-4822-9213-38E2D00458A6}" presName="Name13" presStyleLbl="parChTrans1D2" presStyleIdx="4" presStyleCnt="11"/>
      <dgm:spPr/>
    </dgm:pt>
    <dgm:pt modelId="{8A2845A8-2146-4323-852C-FDF1D3AB2F76}" type="pres">
      <dgm:prSet presAssocID="{7550A6E9-B812-4DC3-BB5C-AC5667B8A19A}" presName="childText" presStyleLbl="bgAcc1" presStyleIdx="4" presStyleCnt="11" custScaleX="322019">
        <dgm:presLayoutVars>
          <dgm:bulletEnabled val="1"/>
        </dgm:presLayoutVars>
      </dgm:prSet>
      <dgm:spPr/>
    </dgm:pt>
    <dgm:pt modelId="{021615FE-F524-478F-804B-69578F38E25B}" type="pres">
      <dgm:prSet presAssocID="{D2AB3F1C-D753-4181-A96D-AD0414765157}" presName="Name13" presStyleLbl="parChTrans1D2" presStyleIdx="5" presStyleCnt="11"/>
      <dgm:spPr/>
    </dgm:pt>
    <dgm:pt modelId="{17EB166E-4F2C-42D6-AEAB-07BDF6505532}" type="pres">
      <dgm:prSet presAssocID="{A6C99E1F-8605-4317-ABA1-29FA2EDC8447}" presName="childText" presStyleLbl="bgAcc1" presStyleIdx="5" presStyleCnt="11" custScaleX="322019">
        <dgm:presLayoutVars>
          <dgm:bulletEnabled val="1"/>
        </dgm:presLayoutVars>
      </dgm:prSet>
      <dgm:spPr/>
    </dgm:pt>
    <dgm:pt modelId="{77B76836-9549-4507-91F8-DB516E08501F}" type="pres">
      <dgm:prSet presAssocID="{DA08C4CC-15F5-4EDA-B98B-A0D80CC6F2EB}" presName="Name13" presStyleLbl="parChTrans1D2" presStyleIdx="6" presStyleCnt="11"/>
      <dgm:spPr/>
    </dgm:pt>
    <dgm:pt modelId="{A3EEF9C2-1B61-4C5F-9A55-DB4D9B8F7F59}" type="pres">
      <dgm:prSet presAssocID="{A6F9CD8B-02B3-4A33-A602-7C81AC234968}" presName="childText" presStyleLbl="bgAcc1" presStyleIdx="6" presStyleCnt="11" custScaleX="322019">
        <dgm:presLayoutVars>
          <dgm:bulletEnabled val="1"/>
        </dgm:presLayoutVars>
      </dgm:prSet>
      <dgm:spPr/>
    </dgm:pt>
    <dgm:pt modelId="{C1EF4554-1B12-44FB-8804-8F3792225928}" type="pres">
      <dgm:prSet presAssocID="{CDDEDD49-08DF-4DBF-A528-1C8A4A3DFF23}" presName="Name13" presStyleLbl="parChTrans1D2" presStyleIdx="7" presStyleCnt="11"/>
      <dgm:spPr/>
    </dgm:pt>
    <dgm:pt modelId="{EEF192CA-9192-461D-A03D-712FBA682062}" type="pres">
      <dgm:prSet presAssocID="{06B0449E-3110-4E9E-8B7A-97DA24987642}" presName="childText" presStyleLbl="bgAcc1" presStyleIdx="7" presStyleCnt="11" custScaleX="322019">
        <dgm:presLayoutVars>
          <dgm:bulletEnabled val="1"/>
        </dgm:presLayoutVars>
      </dgm:prSet>
      <dgm:spPr/>
    </dgm:pt>
    <dgm:pt modelId="{81293AF5-8A64-45B3-9108-9D2FC777E701}" type="pres">
      <dgm:prSet presAssocID="{011B8321-76DF-434E-A9BF-1F5FD84C12FB}" presName="Name13" presStyleLbl="parChTrans1D2" presStyleIdx="8" presStyleCnt="11"/>
      <dgm:spPr/>
    </dgm:pt>
    <dgm:pt modelId="{A9B95CBA-34A7-4378-84D6-DBB86E7298D1}" type="pres">
      <dgm:prSet presAssocID="{8F533D15-6A3F-4F94-82F6-94E7D4BF3F49}" presName="childText" presStyleLbl="bgAcc1" presStyleIdx="8" presStyleCnt="11" custScaleX="322019">
        <dgm:presLayoutVars>
          <dgm:bulletEnabled val="1"/>
        </dgm:presLayoutVars>
      </dgm:prSet>
      <dgm:spPr/>
    </dgm:pt>
    <dgm:pt modelId="{C67CFB34-4741-4949-9694-C9A5DE5D3703}" type="pres">
      <dgm:prSet presAssocID="{E5F7E74A-8D14-4BAE-8653-E8DE1F862376}" presName="Name13" presStyleLbl="parChTrans1D2" presStyleIdx="9" presStyleCnt="11"/>
      <dgm:spPr/>
    </dgm:pt>
    <dgm:pt modelId="{B62CE3C5-2930-483A-A525-5939896C8430}" type="pres">
      <dgm:prSet presAssocID="{FCE40A0D-FF6D-4862-A2BF-20507B399C5E}" presName="childText" presStyleLbl="bgAcc1" presStyleIdx="9" presStyleCnt="11" custScaleX="322019">
        <dgm:presLayoutVars>
          <dgm:bulletEnabled val="1"/>
        </dgm:presLayoutVars>
      </dgm:prSet>
      <dgm:spPr/>
    </dgm:pt>
    <dgm:pt modelId="{994E79F3-A13D-4299-B740-59C0C0D4BE24}" type="pres">
      <dgm:prSet presAssocID="{95DDEF2B-2097-4A8D-80FB-5462250DF0E4}" presName="Name13" presStyleLbl="parChTrans1D2" presStyleIdx="10" presStyleCnt="11"/>
      <dgm:spPr/>
    </dgm:pt>
    <dgm:pt modelId="{4AB077E8-BC04-4923-8103-49CF8EF57496}" type="pres">
      <dgm:prSet presAssocID="{9A61C99E-B0DC-4505-A8E6-087E7915C55C}" presName="childText" presStyleLbl="bgAcc1" presStyleIdx="10" presStyleCnt="11" custScaleX="322019">
        <dgm:presLayoutVars>
          <dgm:bulletEnabled val="1"/>
        </dgm:presLayoutVars>
      </dgm:prSet>
      <dgm:spPr/>
    </dgm:pt>
  </dgm:ptLst>
  <dgm:cxnLst>
    <dgm:cxn modelId="{BE17010E-EE39-4074-B6AA-3AC400136EAA}" type="presOf" srcId="{D2AB3F1C-D753-4181-A96D-AD0414765157}" destId="{021615FE-F524-478F-804B-69578F38E25B}" srcOrd="0" destOrd="0" presId="urn:microsoft.com/office/officeart/2005/8/layout/hierarchy3"/>
    <dgm:cxn modelId="{F4B3AD24-6ECD-455E-BAFC-B386584D80F6}" type="presOf" srcId="{49896633-EB64-4950-8DA3-674DCF1772FE}" destId="{0C016C86-451B-407D-B65B-F2B3D9C092F5}" srcOrd="0" destOrd="0" presId="urn:microsoft.com/office/officeart/2005/8/layout/hierarchy3"/>
    <dgm:cxn modelId="{702A8226-65C2-4FF2-B56A-C54AC98A6267}" type="presOf" srcId="{9A61C99E-B0DC-4505-A8E6-087E7915C55C}" destId="{4AB077E8-BC04-4923-8103-49CF8EF57496}" srcOrd="0" destOrd="0" presId="urn:microsoft.com/office/officeart/2005/8/layout/hierarchy3"/>
    <dgm:cxn modelId="{B654252F-8BD1-4956-AD82-D1C37D3707E9}" srcId="{6D4298CB-7EE0-4CEE-80C2-880B897ECABE}" destId="{9A61C99E-B0DC-4505-A8E6-087E7915C55C}" srcOrd="10" destOrd="0" parTransId="{95DDEF2B-2097-4A8D-80FB-5462250DF0E4}" sibTransId="{FEAA1510-5005-491D-9C66-76E0C3071401}"/>
    <dgm:cxn modelId="{3356AC38-F554-41CA-8CFE-6BC1D889E070}" type="presOf" srcId="{8F533D15-6A3F-4F94-82F6-94E7D4BF3F49}" destId="{A9B95CBA-34A7-4378-84D6-DBB86E7298D1}" srcOrd="0" destOrd="0" presId="urn:microsoft.com/office/officeart/2005/8/layout/hierarchy3"/>
    <dgm:cxn modelId="{E016323B-3DF7-4DE7-8B2C-91032A7B1A93}" type="presOf" srcId="{95DDEF2B-2097-4A8D-80FB-5462250DF0E4}" destId="{994E79F3-A13D-4299-B740-59C0C0D4BE24}" srcOrd="0" destOrd="0" presId="urn:microsoft.com/office/officeart/2005/8/layout/hierarchy3"/>
    <dgm:cxn modelId="{96CD2E50-8E86-408D-9CCD-6C0462B75524}" type="presOf" srcId="{A6F9CD8B-02B3-4A33-A602-7C81AC234968}" destId="{A3EEF9C2-1B61-4C5F-9A55-DB4D9B8F7F59}" srcOrd="0" destOrd="0" presId="urn:microsoft.com/office/officeart/2005/8/layout/hierarchy3"/>
    <dgm:cxn modelId="{22FC8A53-C37B-431F-B19F-04630EDE6B5A}" type="presOf" srcId="{D8BC2BBC-BB70-4822-9213-38E2D00458A6}" destId="{CAD283C1-61CF-4303-B0AA-150D0314CD90}" srcOrd="0" destOrd="0" presId="urn:microsoft.com/office/officeart/2005/8/layout/hierarchy3"/>
    <dgm:cxn modelId="{7CBFE453-4E34-48E5-94F8-35029F1E4CBD}" srcId="{6D4298CB-7EE0-4CEE-80C2-880B897ECABE}" destId="{D7DF2A80-BB35-4A99-911D-2549CEBAF349}" srcOrd="0" destOrd="0" parTransId="{36716018-02A5-4CF4-9592-245CFB829929}" sibTransId="{F6B7BAE2-9D99-4C1F-855D-A79B831069C9}"/>
    <dgm:cxn modelId="{89F75E5D-E6EB-46D7-8041-711178D4FB59}" type="presOf" srcId="{A6C99E1F-8605-4317-ABA1-29FA2EDC8447}" destId="{17EB166E-4F2C-42D6-AEAB-07BDF6505532}" srcOrd="0" destOrd="0" presId="urn:microsoft.com/office/officeart/2005/8/layout/hierarchy3"/>
    <dgm:cxn modelId="{73A2F15E-84EF-4778-9E07-7DAC7B5F071B}" srcId="{6D4298CB-7EE0-4CEE-80C2-880B897ECABE}" destId="{FCE40A0D-FF6D-4862-A2BF-20507B399C5E}" srcOrd="9" destOrd="0" parTransId="{E5F7E74A-8D14-4BAE-8653-E8DE1F862376}" sibTransId="{79F1C4CA-BDB6-49C5-9172-D636A892C7CB}"/>
    <dgm:cxn modelId="{DBB64361-E1F1-40C6-A5CB-4807315B0077}" type="presOf" srcId="{6D4298CB-7EE0-4CEE-80C2-880B897ECABE}" destId="{7997136B-B9FA-4C64-88B3-C26306FAB790}" srcOrd="1" destOrd="0" presId="urn:microsoft.com/office/officeart/2005/8/layout/hierarchy3"/>
    <dgm:cxn modelId="{F7093B68-CA1A-43E7-86D4-EA6C66FBBD3A}" type="presOf" srcId="{CDDEDD49-08DF-4DBF-A528-1C8A4A3DFF23}" destId="{C1EF4554-1B12-44FB-8804-8F3792225928}" srcOrd="0" destOrd="0" presId="urn:microsoft.com/office/officeart/2005/8/layout/hierarchy3"/>
    <dgm:cxn modelId="{3FA69073-B117-4FCC-B185-BEA106BD1436}" srcId="{6D4298CB-7EE0-4CEE-80C2-880B897ECABE}" destId="{7550A6E9-B812-4DC3-BB5C-AC5667B8A19A}" srcOrd="4" destOrd="0" parTransId="{D8BC2BBC-BB70-4822-9213-38E2D00458A6}" sibTransId="{0DA7364B-9C5C-4718-8DB5-D662AF0BBE5D}"/>
    <dgm:cxn modelId="{3EC35E77-C82E-44DC-A03A-C35F4994EBF2}" srcId="{6D4298CB-7EE0-4CEE-80C2-880B897ECABE}" destId="{2DF3D341-73AE-47B7-88E1-C73435422D0C}" srcOrd="3" destOrd="0" parTransId="{773FD94F-F137-4D0A-83B7-355F907A45C4}" sibTransId="{A69A56B5-3FEF-4A1D-9AAB-0F0297368C92}"/>
    <dgm:cxn modelId="{E1AE3196-B39E-409E-8CB5-896D5A9E988A}" type="presOf" srcId="{AA125D03-24EF-41F5-A5AB-5424FD533E3F}" destId="{C019792A-FAF5-45BA-BAB6-60E72E84D60D}" srcOrd="0" destOrd="0" presId="urn:microsoft.com/office/officeart/2005/8/layout/hierarchy3"/>
    <dgm:cxn modelId="{D2AEB096-BD7C-44D0-AC94-A915A4AA8388}" srcId="{6D4298CB-7EE0-4CEE-80C2-880B897ECABE}" destId="{8F533D15-6A3F-4F94-82F6-94E7D4BF3F49}" srcOrd="8" destOrd="0" parTransId="{011B8321-76DF-434E-A9BF-1F5FD84C12FB}" sibTransId="{5BB526A6-972C-46DB-83AC-E961481B3A3E}"/>
    <dgm:cxn modelId="{AC08709F-9D01-482C-B571-3EF41519979B}" type="presOf" srcId="{36716018-02A5-4CF4-9592-245CFB829929}" destId="{3AA5B90E-A90C-4A6F-9702-C3A2451B11D7}" srcOrd="0" destOrd="0" presId="urn:microsoft.com/office/officeart/2005/8/layout/hierarchy3"/>
    <dgm:cxn modelId="{6BE4F89F-8735-4535-9E4C-9A580021925C}" srcId="{6D4298CB-7EE0-4CEE-80C2-880B897ECABE}" destId="{A6C99E1F-8605-4317-ABA1-29FA2EDC8447}" srcOrd="5" destOrd="0" parTransId="{D2AB3F1C-D753-4181-A96D-AD0414765157}" sibTransId="{7B24D504-3E06-451B-9C4B-49ED3147704B}"/>
    <dgm:cxn modelId="{114C25A6-6DDF-4423-B935-107FD630235F}" type="presOf" srcId="{E5F7E74A-8D14-4BAE-8653-E8DE1F862376}" destId="{C67CFB34-4741-4949-9694-C9A5DE5D3703}" srcOrd="0" destOrd="0" presId="urn:microsoft.com/office/officeart/2005/8/layout/hierarchy3"/>
    <dgm:cxn modelId="{4DED74AB-D6C8-41CB-8EE7-789E43379FE3}" type="presOf" srcId="{0EBAFAFA-4AE1-4E88-9763-676A1C032ADA}" destId="{330146B0-ADC8-420D-9898-23792F658DF4}" srcOrd="0" destOrd="0" presId="urn:microsoft.com/office/officeart/2005/8/layout/hierarchy3"/>
    <dgm:cxn modelId="{C71710AC-4FE5-4F28-AE16-59656D6B7536}" srcId="{021ED2A4-C1BC-4C06-92B0-4F45599EA93A}" destId="{6D4298CB-7EE0-4CEE-80C2-880B897ECABE}" srcOrd="0" destOrd="0" parTransId="{B0BF7ADC-17A1-4096-8828-5D055142F570}" sibTransId="{0DE09432-2C8D-4B3C-811E-079FF0E928E3}"/>
    <dgm:cxn modelId="{DFF349B9-723B-47D4-B10C-0C631C442ED6}" type="presOf" srcId="{2DF3D341-73AE-47B7-88E1-C73435422D0C}" destId="{B9006291-5D2C-47FA-AE9B-BDAB07C56387}" srcOrd="0" destOrd="0" presId="urn:microsoft.com/office/officeart/2005/8/layout/hierarchy3"/>
    <dgm:cxn modelId="{D00332C5-43ED-4754-A731-4437D00F9402}" type="presOf" srcId="{6D4298CB-7EE0-4CEE-80C2-880B897ECABE}" destId="{2065233C-C749-4A44-B9C6-0D691DC7F700}" srcOrd="0" destOrd="0" presId="urn:microsoft.com/office/officeart/2005/8/layout/hierarchy3"/>
    <dgm:cxn modelId="{2780D5CC-15AF-41C7-84BE-97EC4378FAA7}" type="presOf" srcId="{011B8321-76DF-434E-A9BF-1F5FD84C12FB}" destId="{81293AF5-8A64-45B3-9108-9D2FC777E701}" srcOrd="0" destOrd="0" presId="urn:microsoft.com/office/officeart/2005/8/layout/hierarchy3"/>
    <dgm:cxn modelId="{AD0756CD-DA51-4812-B781-21FED6887718}" srcId="{6D4298CB-7EE0-4CEE-80C2-880B897ECABE}" destId="{D620871E-37B2-42F5-B605-1145F3C9E544}" srcOrd="2" destOrd="0" parTransId="{0EBAFAFA-4AE1-4E88-9763-676A1C032ADA}" sibTransId="{4E36E023-64B8-4227-B2A8-B002EDA2E42B}"/>
    <dgm:cxn modelId="{618663D2-C752-4793-A2C9-BE2A134BEFC8}" srcId="{6D4298CB-7EE0-4CEE-80C2-880B897ECABE}" destId="{49896633-EB64-4950-8DA3-674DCF1772FE}" srcOrd="1" destOrd="0" parTransId="{AA125D03-24EF-41F5-A5AB-5424FD533E3F}" sibTransId="{5401D658-6A18-4FF8-A568-99ED6A3BC57B}"/>
    <dgm:cxn modelId="{61588CD3-D5A2-4D17-98DB-A2BC65AC64F5}" type="presOf" srcId="{06B0449E-3110-4E9E-8B7A-97DA24987642}" destId="{EEF192CA-9192-461D-A03D-712FBA682062}" srcOrd="0" destOrd="0" presId="urn:microsoft.com/office/officeart/2005/8/layout/hierarchy3"/>
    <dgm:cxn modelId="{A7CD51D4-89E0-46D4-9D8B-1573AA801408}" srcId="{6D4298CB-7EE0-4CEE-80C2-880B897ECABE}" destId="{A6F9CD8B-02B3-4A33-A602-7C81AC234968}" srcOrd="6" destOrd="0" parTransId="{DA08C4CC-15F5-4EDA-B98B-A0D80CC6F2EB}" sibTransId="{AC93F4FB-A84C-41E0-A028-DE50753A37F3}"/>
    <dgm:cxn modelId="{3F0B7AD7-AB93-4832-9FC3-352885DACCEB}" type="presOf" srcId="{021ED2A4-C1BC-4C06-92B0-4F45599EA93A}" destId="{29C922E9-6656-4102-9D2E-A082C36CDA92}" srcOrd="0" destOrd="0" presId="urn:microsoft.com/office/officeart/2005/8/layout/hierarchy3"/>
    <dgm:cxn modelId="{23A9E7DD-F362-4AE0-AE3F-DD8411222EA4}" type="presOf" srcId="{D620871E-37B2-42F5-B605-1145F3C9E544}" destId="{B665FFF4-29C2-4879-91CC-8AD6B297D0AD}" srcOrd="0" destOrd="0" presId="urn:microsoft.com/office/officeart/2005/8/layout/hierarchy3"/>
    <dgm:cxn modelId="{F27B3AE4-379D-4CD9-8DA8-601E8E4B7F43}" type="presOf" srcId="{DA08C4CC-15F5-4EDA-B98B-A0D80CC6F2EB}" destId="{77B76836-9549-4507-91F8-DB516E08501F}" srcOrd="0" destOrd="0" presId="urn:microsoft.com/office/officeart/2005/8/layout/hierarchy3"/>
    <dgm:cxn modelId="{B70112E5-C3ED-4ABC-ABAB-8B0797BF3CB5}" type="presOf" srcId="{FCE40A0D-FF6D-4862-A2BF-20507B399C5E}" destId="{B62CE3C5-2930-483A-A525-5939896C8430}" srcOrd="0" destOrd="0" presId="urn:microsoft.com/office/officeart/2005/8/layout/hierarchy3"/>
    <dgm:cxn modelId="{740EE3F1-4D83-4F83-946F-AB2502B1A5AE}" srcId="{6D4298CB-7EE0-4CEE-80C2-880B897ECABE}" destId="{06B0449E-3110-4E9E-8B7A-97DA24987642}" srcOrd="7" destOrd="0" parTransId="{CDDEDD49-08DF-4DBF-A528-1C8A4A3DFF23}" sibTransId="{A3CC30C6-F8E8-4DFB-9D58-AD97201D8725}"/>
    <dgm:cxn modelId="{A2564CF3-CE68-486E-A8F2-75383866BA9A}" type="presOf" srcId="{D7DF2A80-BB35-4A99-911D-2549CEBAF349}" destId="{BBD492BF-63F3-4114-838D-FC4E3E3413A8}" srcOrd="0" destOrd="0" presId="urn:microsoft.com/office/officeart/2005/8/layout/hierarchy3"/>
    <dgm:cxn modelId="{983147F5-4559-4F0F-9B48-F02277339A01}" type="presOf" srcId="{7550A6E9-B812-4DC3-BB5C-AC5667B8A19A}" destId="{8A2845A8-2146-4323-852C-FDF1D3AB2F76}" srcOrd="0" destOrd="0" presId="urn:microsoft.com/office/officeart/2005/8/layout/hierarchy3"/>
    <dgm:cxn modelId="{B10CFCFF-6A72-4150-8299-72FE36A908A6}" type="presOf" srcId="{773FD94F-F137-4D0A-83B7-355F907A45C4}" destId="{5CC77E87-D199-482B-BA02-6CDF88C48E23}" srcOrd="0" destOrd="0" presId="urn:microsoft.com/office/officeart/2005/8/layout/hierarchy3"/>
    <dgm:cxn modelId="{5B6497EE-52F3-467B-9DED-4303E4D22440}" type="presParOf" srcId="{29C922E9-6656-4102-9D2E-A082C36CDA92}" destId="{6997736B-EC9F-4D68-9FCC-B9EF58CA491F}" srcOrd="0" destOrd="0" presId="urn:microsoft.com/office/officeart/2005/8/layout/hierarchy3"/>
    <dgm:cxn modelId="{57D53DCF-4187-44EF-8442-3B8220D3B3DD}" type="presParOf" srcId="{6997736B-EC9F-4D68-9FCC-B9EF58CA491F}" destId="{1A6E0702-D637-4D07-8F8F-EFD815DF685B}" srcOrd="0" destOrd="0" presId="urn:microsoft.com/office/officeart/2005/8/layout/hierarchy3"/>
    <dgm:cxn modelId="{6DABE5E6-EF1B-4585-AE77-BC020FA22A61}" type="presParOf" srcId="{1A6E0702-D637-4D07-8F8F-EFD815DF685B}" destId="{2065233C-C749-4A44-B9C6-0D691DC7F700}" srcOrd="0" destOrd="0" presId="urn:microsoft.com/office/officeart/2005/8/layout/hierarchy3"/>
    <dgm:cxn modelId="{F0B3F607-CA3C-4B9F-9B19-897DE771DF70}" type="presParOf" srcId="{1A6E0702-D637-4D07-8F8F-EFD815DF685B}" destId="{7997136B-B9FA-4C64-88B3-C26306FAB790}" srcOrd="1" destOrd="0" presId="urn:microsoft.com/office/officeart/2005/8/layout/hierarchy3"/>
    <dgm:cxn modelId="{8E9017DE-0CEA-478D-97B5-408140D7C01C}" type="presParOf" srcId="{6997736B-EC9F-4D68-9FCC-B9EF58CA491F}" destId="{10941BA2-357F-4CEB-8E3A-163986D5321C}" srcOrd="1" destOrd="0" presId="urn:microsoft.com/office/officeart/2005/8/layout/hierarchy3"/>
    <dgm:cxn modelId="{52834712-AF85-4952-B3CE-D5EC9A0C6D50}" type="presParOf" srcId="{10941BA2-357F-4CEB-8E3A-163986D5321C}" destId="{3AA5B90E-A90C-4A6F-9702-C3A2451B11D7}" srcOrd="0" destOrd="0" presId="urn:microsoft.com/office/officeart/2005/8/layout/hierarchy3"/>
    <dgm:cxn modelId="{8DCE9FD0-1251-4762-BE15-2900693ED45F}" type="presParOf" srcId="{10941BA2-357F-4CEB-8E3A-163986D5321C}" destId="{BBD492BF-63F3-4114-838D-FC4E3E3413A8}" srcOrd="1" destOrd="0" presId="urn:microsoft.com/office/officeart/2005/8/layout/hierarchy3"/>
    <dgm:cxn modelId="{8706C496-9130-43CF-B829-FB4090CA0A43}" type="presParOf" srcId="{10941BA2-357F-4CEB-8E3A-163986D5321C}" destId="{C019792A-FAF5-45BA-BAB6-60E72E84D60D}" srcOrd="2" destOrd="0" presId="urn:microsoft.com/office/officeart/2005/8/layout/hierarchy3"/>
    <dgm:cxn modelId="{AE294E06-F091-4FDD-B98A-EED300068FE3}" type="presParOf" srcId="{10941BA2-357F-4CEB-8E3A-163986D5321C}" destId="{0C016C86-451B-407D-B65B-F2B3D9C092F5}" srcOrd="3" destOrd="0" presId="urn:microsoft.com/office/officeart/2005/8/layout/hierarchy3"/>
    <dgm:cxn modelId="{A4B97F75-18DA-4A63-9CB9-FAC49604C0A4}" type="presParOf" srcId="{10941BA2-357F-4CEB-8E3A-163986D5321C}" destId="{330146B0-ADC8-420D-9898-23792F658DF4}" srcOrd="4" destOrd="0" presId="urn:microsoft.com/office/officeart/2005/8/layout/hierarchy3"/>
    <dgm:cxn modelId="{1BD736F8-91A6-4A92-94EA-7ED85981A92D}" type="presParOf" srcId="{10941BA2-357F-4CEB-8E3A-163986D5321C}" destId="{B665FFF4-29C2-4879-91CC-8AD6B297D0AD}" srcOrd="5" destOrd="0" presId="urn:microsoft.com/office/officeart/2005/8/layout/hierarchy3"/>
    <dgm:cxn modelId="{15A0F5B6-DD00-42CB-A8D9-D85F694A897F}" type="presParOf" srcId="{10941BA2-357F-4CEB-8E3A-163986D5321C}" destId="{5CC77E87-D199-482B-BA02-6CDF88C48E23}" srcOrd="6" destOrd="0" presId="urn:microsoft.com/office/officeart/2005/8/layout/hierarchy3"/>
    <dgm:cxn modelId="{7344CFA8-7D8C-481F-941B-76F60885AD67}" type="presParOf" srcId="{10941BA2-357F-4CEB-8E3A-163986D5321C}" destId="{B9006291-5D2C-47FA-AE9B-BDAB07C56387}" srcOrd="7" destOrd="0" presId="urn:microsoft.com/office/officeart/2005/8/layout/hierarchy3"/>
    <dgm:cxn modelId="{E44327BE-3FCB-4B8B-95B1-3BE7FB3C3D9E}" type="presParOf" srcId="{10941BA2-357F-4CEB-8E3A-163986D5321C}" destId="{CAD283C1-61CF-4303-B0AA-150D0314CD90}" srcOrd="8" destOrd="0" presId="urn:microsoft.com/office/officeart/2005/8/layout/hierarchy3"/>
    <dgm:cxn modelId="{2E0C1A78-815B-4D7C-ACEB-4EAC9BD16132}" type="presParOf" srcId="{10941BA2-357F-4CEB-8E3A-163986D5321C}" destId="{8A2845A8-2146-4323-852C-FDF1D3AB2F76}" srcOrd="9" destOrd="0" presId="urn:microsoft.com/office/officeart/2005/8/layout/hierarchy3"/>
    <dgm:cxn modelId="{676F8855-CE9C-40ED-9A76-39ABBFC9B6DE}" type="presParOf" srcId="{10941BA2-357F-4CEB-8E3A-163986D5321C}" destId="{021615FE-F524-478F-804B-69578F38E25B}" srcOrd="10" destOrd="0" presId="urn:microsoft.com/office/officeart/2005/8/layout/hierarchy3"/>
    <dgm:cxn modelId="{0A9D0C7B-454B-4B2D-B79C-1A0B395B6602}" type="presParOf" srcId="{10941BA2-357F-4CEB-8E3A-163986D5321C}" destId="{17EB166E-4F2C-42D6-AEAB-07BDF6505532}" srcOrd="11" destOrd="0" presId="urn:microsoft.com/office/officeart/2005/8/layout/hierarchy3"/>
    <dgm:cxn modelId="{F0396CA9-74C0-4165-8B7B-896F20F672F0}" type="presParOf" srcId="{10941BA2-357F-4CEB-8E3A-163986D5321C}" destId="{77B76836-9549-4507-91F8-DB516E08501F}" srcOrd="12" destOrd="0" presId="urn:microsoft.com/office/officeart/2005/8/layout/hierarchy3"/>
    <dgm:cxn modelId="{09683D12-AF15-41B5-8B3C-2D6CDE26489E}" type="presParOf" srcId="{10941BA2-357F-4CEB-8E3A-163986D5321C}" destId="{A3EEF9C2-1B61-4C5F-9A55-DB4D9B8F7F59}" srcOrd="13" destOrd="0" presId="urn:microsoft.com/office/officeart/2005/8/layout/hierarchy3"/>
    <dgm:cxn modelId="{3EC00D12-49D1-4C94-94CA-BFDC61E3560D}" type="presParOf" srcId="{10941BA2-357F-4CEB-8E3A-163986D5321C}" destId="{C1EF4554-1B12-44FB-8804-8F3792225928}" srcOrd="14" destOrd="0" presId="urn:microsoft.com/office/officeart/2005/8/layout/hierarchy3"/>
    <dgm:cxn modelId="{78BE23D2-98D7-4E31-A8D5-C6EBBE78D7B4}" type="presParOf" srcId="{10941BA2-357F-4CEB-8E3A-163986D5321C}" destId="{EEF192CA-9192-461D-A03D-712FBA682062}" srcOrd="15" destOrd="0" presId="urn:microsoft.com/office/officeart/2005/8/layout/hierarchy3"/>
    <dgm:cxn modelId="{02E10854-842E-4EA4-A1A9-D03AA44BAC97}" type="presParOf" srcId="{10941BA2-357F-4CEB-8E3A-163986D5321C}" destId="{81293AF5-8A64-45B3-9108-9D2FC777E701}" srcOrd="16" destOrd="0" presId="urn:microsoft.com/office/officeart/2005/8/layout/hierarchy3"/>
    <dgm:cxn modelId="{00F6D701-F63F-49C3-B6B8-03184BB2DA14}" type="presParOf" srcId="{10941BA2-357F-4CEB-8E3A-163986D5321C}" destId="{A9B95CBA-34A7-4378-84D6-DBB86E7298D1}" srcOrd="17" destOrd="0" presId="urn:microsoft.com/office/officeart/2005/8/layout/hierarchy3"/>
    <dgm:cxn modelId="{F2FB2AD5-5433-4AA3-853F-167C5D1D3235}" type="presParOf" srcId="{10941BA2-357F-4CEB-8E3A-163986D5321C}" destId="{C67CFB34-4741-4949-9694-C9A5DE5D3703}" srcOrd="18" destOrd="0" presId="urn:microsoft.com/office/officeart/2005/8/layout/hierarchy3"/>
    <dgm:cxn modelId="{2CB6C57F-50F6-4655-A217-C7DC71E64894}" type="presParOf" srcId="{10941BA2-357F-4CEB-8E3A-163986D5321C}" destId="{B62CE3C5-2930-483A-A525-5939896C8430}" srcOrd="19" destOrd="0" presId="urn:microsoft.com/office/officeart/2005/8/layout/hierarchy3"/>
    <dgm:cxn modelId="{99001319-A3F6-4B2D-BF46-AD3CB8FF6188}" type="presParOf" srcId="{10941BA2-357F-4CEB-8E3A-163986D5321C}" destId="{994E79F3-A13D-4299-B740-59C0C0D4BE24}" srcOrd="20" destOrd="0" presId="urn:microsoft.com/office/officeart/2005/8/layout/hierarchy3"/>
    <dgm:cxn modelId="{F1ED87FD-DF13-4475-94BA-EAAE104E3F78}" type="presParOf" srcId="{10941BA2-357F-4CEB-8E3A-163986D5321C}" destId="{4AB077E8-BC04-4923-8103-49CF8EF57496}" srcOrd="2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173A9F-32D1-45A4-9018-D15A847613F4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BB1EF4D-D155-4B91-9821-B397E0539EFF}">
      <dgm:prSet phldrT="[Text]" phldr="0" custT="1"/>
      <dgm:spPr/>
      <dgm:t>
        <a:bodyPr/>
        <a:lstStyle/>
        <a:p>
          <a:r>
            <a:rPr lang="en-IN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TOTAL SAMPLES</a:t>
          </a:r>
        </a:p>
      </dgm:t>
    </dgm:pt>
    <dgm:pt modelId="{F62C0194-8CA5-43F2-B400-BCC8F2A6920C}" type="parTrans" cxnId="{81726108-F18B-4416-B720-5217621F162B}">
      <dgm:prSet/>
      <dgm:spPr/>
      <dgm:t>
        <a:bodyPr/>
        <a:lstStyle/>
        <a:p>
          <a:endParaRPr lang="en-IN"/>
        </a:p>
      </dgm:t>
    </dgm:pt>
    <dgm:pt modelId="{F1B1B430-3267-4A72-A27D-B663DE781DD9}" type="sibTrans" cxnId="{81726108-F18B-4416-B720-5217621F162B}">
      <dgm:prSet/>
      <dgm:spPr/>
      <dgm:t>
        <a:bodyPr/>
        <a:lstStyle/>
        <a:p>
          <a:endParaRPr lang="en-IN"/>
        </a:p>
      </dgm:t>
    </dgm:pt>
    <dgm:pt modelId="{3FFAD2BF-BB49-4A68-AB32-825B71A6E528}">
      <dgm:prSet phldrT="[Text]" phldr="0" custT="1"/>
      <dgm:spPr/>
      <dgm:t>
        <a:bodyPr/>
        <a:lstStyle/>
        <a:p>
          <a:r>
            <a:rPr lang="en-IN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264</a:t>
          </a:r>
        </a:p>
      </dgm:t>
    </dgm:pt>
    <dgm:pt modelId="{B7FF4525-0754-4E44-8A24-1F7CF22C2574}" type="parTrans" cxnId="{12C72594-E250-46E9-A02D-4D96129845EB}">
      <dgm:prSet/>
      <dgm:spPr/>
      <dgm:t>
        <a:bodyPr/>
        <a:lstStyle/>
        <a:p>
          <a:endParaRPr lang="en-IN"/>
        </a:p>
      </dgm:t>
    </dgm:pt>
    <dgm:pt modelId="{6F35E8FF-D46F-42B9-B550-64B32D587E1C}" type="sibTrans" cxnId="{12C72594-E250-46E9-A02D-4D96129845EB}">
      <dgm:prSet/>
      <dgm:spPr/>
      <dgm:t>
        <a:bodyPr/>
        <a:lstStyle/>
        <a:p>
          <a:endParaRPr lang="en-IN"/>
        </a:p>
      </dgm:t>
    </dgm:pt>
    <dgm:pt modelId="{A2D58BD2-3330-4E1B-BE7A-BA8AB6CADF3F}" type="pres">
      <dgm:prSet presAssocID="{02173A9F-32D1-45A4-9018-D15A847613F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0F31201-D50E-4287-9516-C09B4BBCB25B}" type="pres">
      <dgm:prSet presAssocID="{3BB1EF4D-D155-4B91-9821-B397E0539EFF}" presName="horFlow" presStyleCnt="0"/>
      <dgm:spPr/>
    </dgm:pt>
    <dgm:pt modelId="{B15D88F5-39F8-44BA-BFF6-47F969090CDB}" type="pres">
      <dgm:prSet presAssocID="{3BB1EF4D-D155-4B91-9821-B397E0539EFF}" presName="bigChev" presStyleLbl="node1" presStyleIdx="0" presStyleCnt="1" custScaleX="66505" custScaleY="85730"/>
      <dgm:spPr>
        <a:prstGeom prst="rect">
          <a:avLst/>
        </a:prstGeom>
      </dgm:spPr>
    </dgm:pt>
    <dgm:pt modelId="{3031365F-027A-41FD-A6AB-1FF10773206F}" type="pres">
      <dgm:prSet presAssocID="{B7FF4525-0754-4E44-8A24-1F7CF22C2574}" presName="parTrans" presStyleCnt="0"/>
      <dgm:spPr/>
    </dgm:pt>
    <dgm:pt modelId="{D4E53780-4337-4004-BFEC-DEFB338676A3}" type="pres">
      <dgm:prSet presAssocID="{3FFAD2BF-BB49-4A68-AB32-825B71A6E528}" presName="node" presStyleLbl="alignAccFollowNode1" presStyleIdx="0" presStyleCnt="1" custScaleX="61509" custScaleY="74759" custLinFactNeighborX="165" custLinFactNeighborY="48">
        <dgm:presLayoutVars>
          <dgm:bulletEnabled val="1"/>
        </dgm:presLayoutVars>
      </dgm:prSet>
      <dgm:spPr/>
    </dgm:pt>
  </dgm:ptLst>
  <dgm:cxnLst>
    <dgm:cxn modelId="{81726108-F18B-4416-B720-5217621F162B}" srcId="{02173A9F-32D1-45A4-9018-D15A847613F4}" destId="{3BB1EF4D-D155-4B91-9821-B397E0539EFF}" srcOrd="0" destOrd="0" parTransId="{F62C0194-8CA5-43F2-B400-BCC8F2A6920C}" sibTransId="{F1B1B430-3267-4A72-A27D-B663DE781DD9}"/>
    <dgm:cxn modelId="{70B23E3A-B0D1-4E6F-9A36-D81615E8DA23}" type="presOf" srcId="{02173A9F-32D1-45A4-9018-D15A847613F4}" destId="{A2D58BD2-3330-4E1B-BE7A-BA8AB6CADF3F}" srcOrd="0" destOrd="0" presId="urn:microsoft.com/office/officeart/2005/8/layout/lProcess3"/>
    <dgm:cxn modelId="{12C72594-E250-46E9-A02D-4D96129845EB}" srcId="{3BB1EF4D-D155-4B91-9821-B397E0539EFF}" destId="{3FFAD2BF-BB49-4A68-AB32-825B71A6E528}" srcOrd="0" destOrd="0" parTransId="{B7FF4525-0754-4E44-8A24-1F7CF22C2574}" sibTransId="{6F35E8FF-D46F-42B9-B550-64B32D587E1C}"/>
    <dgm:cxn modelId="{FF9976B6-FA63-47A8-AC28-0887420D2403}" type="presOf" srcId="{3BB1EF4D-D155-4B91-9821-B397E0539EFF}" destId="{B15D88F5-39F8-44BA-BFF6-47F969090CDB}" srcOrd="0" destOrd="0" presId="urn:microsoft.com/office/officeart/2005/8/layout/lProcess3"/>
    <dgm:cxn modelId="{F1EB91EC-A083-46C9-A7D7-3E51939F616C}" type="presOf" srcId="{3FFAD2BF-BB49-4A68-AB32-825B71A6E528}" destId="{D4E53780-4337-4004-BFEC-DEFB338676A3}" srcOrd="0" destOrd="0" presId="urn:microsoft.com/office/officeart/2005/8/layout/lProcess3"/>
    <dgm:cxn modelId="{7AA846F8-DA1F-4C51-B5DA-F58CC1789AEC}" type="presParOf" srcId="{A2D58BD2-3330-4E1B-BE7A-BA8AB6CADF3F}" destId="{D0F31201-D50E-4287-9516-C09B4BBCB25B}" srcOrd="0" destOrd="0" presId="urn:microsoft.com/office/officeart/2005/8/layout/lProcess3"/>
    <dgm:cxn modelId="{328C8109-5541-43E5-8385-A0736B6D8692}" type="presParOf" srcId="{D0F31201-D50E-4287-9516-C09B4BBCB25B}" destId="{B15D88F5-39F8-44BA-BFF6-47F969090CDB}" srcOrd="0" destOrd="0" presId="urn:microsoft.com/office/officeart/2005/8/layout/lProcess3"/>
    <dgm:cxn modelId="{990D9A68-9B4D-4A03-B235-6FA435C180B9}" type="presParOf" srcId="{D0F31201-D50E-4287-9516-C09B4BBCB25B}" destId="{3031365F-027A-41FD-A6AB-1FF10773206F}" srcOrd="1" destOrd="0" presId="urn:microsoft.com/office/officeart/2005/8/layout/lProcess3"/>
    <dgm:cxn modelId="{3717481E-D90E-47FC-B45D-05381081F5A0}" type="presParOf" srcId="{D0F31201-D50E-4287-9516-C09B4BBCB25B}" destId="{D4E53780-4337-4004-BFEC-DEFB338676A3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65233C-C749-4A44-B9C6-0D691DC7F700}">
      <dsp:nvSpPr>
        <dsp:cNvPr id="0" name=""/>
        <dsp:cNvSpPr/>
      </dsp:nvSpPr>
      <dsp:spPr>
        <a:xfrm>
          <a:off x="1179503" y="3804"/>
          <a:ext cx="2133757" cy="333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FEATURES</a:t>
          </a:r>
        </a:p>
      </dsp:txBody>
      <dsp:txXfrm>
        <a:off x="1189282" y="13583"/>
        <a:ext cx="2114199" cy="314322"/>
      </dsp:txXfrm>
    </dsp:sp>
    <dsp:sp modelId="{3AA5B90E-A90C-4A6F-9702-C3A2451B11D7}">
      <dsp:nvSpPr>
        <dsp:cNvPr id="0" name=""/>
        <dsp:cNvSpPr/>
      </dsp:nvSpPr>
      <dsp:spPr>
        <a:xfrm>
          <a:off x="1392879" y="337685"/>
          <a:ext cx="213375" cy="2504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0410"/>
              </a:lnTo>
              <a:lnTo>
                <a:pt x="213375" y="25041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D492BF-63F3-4114-838D-FC4E3E3413A8}">
      <dsp:nvSpPr>
        <dsp:cNvPr id="0" name=""/>
        <dsp:cNvSpPr/>
      </dsp:nvSpPr>
      <dsp:spPr>
        <a:xfrm>
          <a:off x="1606255" y="421155"/>
          <a:ext cx="1720254" cy="333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Gender</a:t>
          </a:r>
        </a:p>
      </dsp:txBody>
      <dsp:txXfrm>
        <a:off x="1616034" y="430934"/>
        <a:ext cx="1700696" cy="314322"/>
      </dsp:txXfrm>
    </dsp:sp>
    <dsp:sp modelId="{C019792A-FAF5-45BA-BAB6-60E72E84D60D}">
      <dsp:nvSpPr>
        <dsp:cNvPr id="0" name=""/>
        <dsp:cNvSpPr/>
      </dsp:nvSpPr>
      <dsp:spPr>
        <a:xfrm>
          <a:off x="1392879" y="337685"/>
          <a:ext cx="213375" cy="6677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7761"/>
              </a:lnTo>
              <a:lnTo>
                <a:pt x="213375" y="66776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016C86-451B-407D-B65B-F2B3D9C092F5}">
      <dsp:nvSpPr>
        <dsp:cNvPr id="0" name=""/>
        <dsp:cNvSpPr/>
      </dsp:nvSpPr>
      <dsp:spPr>
        <a:xfrm>
          <a:off x="1606255" y="838506"/>
          <a:ext cx="1720254" cy="333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Age</a:t>
          </a:r>
        </a:p>
      </dsp:txBody>
      <dsp:txXfrm>
        <a:off x="1616034" y="848285"/>
        <a:ext cx="1700696" cy="314322"/>
      </dsp:txXfrm>
    </dsp:sp>
    <dsp:sp modelId="{330146B0-ADC8-420D-9898-23792F658DF4}">
      <dsp:nvSpPr>
        <dsp:cNvPr id="0" name=""/>
        <dsp:cNvSpPr/>
      </dsp:nvSpPr>
      <dsp:spPr>
        <a:xfrm>
          <a:off x="1392879" y="337685"/>
          <a:ext cx="213375" cy="10851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5111"/>
              </a:lnTo>
              <a:lnTo>
                <a:pt x="213375" y="108511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65FFF4-29C2-4879-91CC-8AD6B297D0AD}">
      <dsp:nvSpPr>
        <dsp:cNvPr id="0" name=""/>
        <dsp:cNvSpPr/>
      </dsp:nvSpPr>
      <dsp:spPr>
        <a:xfrm>
          <a:off x="1606255" y="1255856"/>
          <a:ext cx="1720254" cy="333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Urea</a:t>
          </a:r>
        </a:p>
      </dsp:txBody>
      <dsp:txXfrm>
        <a:off x="1616034" y="1265635"/>
        <a:ext cx="1700696" cy="314322"/>
      </dsp:txXfrm>
    </dsp:sp>
    <dsp:sp modelId="{5CC77E87-D199-482B-BA02-6CDF88C48E23}">
      <dsp:nvSpPr>
        <dsp:cNvPr id="0" name=""/>
        <dsp:cNvSpPr/>
      </dsp:nvSpPr>
      <dsp:spPr>
        <a:xfrm>
          <a:off x="1392879" y="337685"/>
          <a:ext cx="213375" cy="15024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02462"/>
              </a:lnTo>
              <a:lnTo>
                <a:pt x="213375" y="150246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006291-5D2C-47FA-AE9B-BDAB07C56387}">
      <dsp:nvSpPr>
        <dsp:cNvPr id="0" name=""/>
        <dsp:cNvSpPr/>
      </dsp:nvSpPr>
      <dsp:spPr>
        <a:xfrm>
          <a:off x="1606255" y="1673207"/>
          <a:ext cx="1720254" cy="333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Creatinine</a:t>
          </a:r>
        </a:p>
      </dsp:txBody>
      <dsp:txXfrm>
        <a:off x="1616034" y="1682986"/>
        <a:ext cx="1700696" cy="314322"/>
      </dsp:txXfrm>
    </dsp:sp>
    <dsp:sp modelId="{CAD283C1-61CF-4303-B0AA-150D0314CD90}">
      <dsp:nvSpPr>
        <dsp:cNvPr id="0" name=""/>
        <dsp:cNvSpPr/>
      </dsp:nvSpPr>
      <dsp:spPr>
        <a:xfrm>
          <a:off x="1392879" y="337685"/>
          <a:ext cx="213375" cy="19198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19813"/>
              </a:lnTo>
              <a:lnTo>
                <a:pt x="213375" y="191981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2845A8-2146-4323-852C-FDF1D3AB2F76}">
      <dsp:nvSpPr>
        <dsp:cNvPr id="0" name=""/>
        <dsp:cNvSpPr/>
      </dsp:nvSpPr>
      <dsp:spPr>
        <a:xfrm>
          <a:off x="1606255" y="2090558"/>
          <a:ext cx="1720254" cy="333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HbA1c</a:t>
          </a:r>
        </a:p>
      </dsp:txBody>
      <dsp:txXfrm>
        <a:off x="1616034" y="2100337"/>
        <a:ext cx="1700696" cy="314322"/>
      </dsp:txXfrm>
    </dsp:sp>
    <dsp:sp modelId="{021615FE-F524-478F-804B-69578F38E25B}">
      <dsp:nvSpPr>
        <dsp:cNvPr id="0" name=""/>
        <dsp:cNvSpPr/>
      </dsp:nvSpPr>
      <dsp:spPr>
        <a:xfrm>
          <a:off x="1392879" y="337685"/>
          <a:ext cx="213375" cy="23371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37164"/>
              </a:lnTo>
              <a:lnTo>
                <a:pt x="213375" y="23371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EB166E-4F2C-42D6-AEAB-07BDF6505532}">
      <dsp:nvSpPr>
        <dsp:cNvPr id="0" name=""/>
        <dsp:cNvSpPr/>
      </dsp:nvSpPr>
      <dsp:spPr>
        <a:xfrm>
          <a:off x="1606255" y="2507909"/>
          <a:ext cx="1720254" cy="333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Cholesterol</a:t>
          </a:r>
        </a:p>
      </dsp:txBody>
      <dsp:txXfrm>
        <a:off x="1616034" y="2517688"/>
        <a:ext cx="1700696" cy="314322"/>
      </dsp:txXfrm>
    </dsp:sp>
    <dsp:sp modelId="{77B76836-9549-4507-91F8-DB516E08501F}">
      <dsp:nvSpPr>
        <dsp:cNvPr id="0" name=""/>
        <dsp:cNvSpPr/>
      </dsp:nvSpPr>
      <dsp:spPr>
        <a:xfrm>
          <a:off x="1392879" y="337685"/>
          <a:ext cx="213375" cy="2754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54514"/>
              </a:lnTo>
              <a:lnTo>
                <a:pt x="213375" y="275451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EEF9C2-1B61-4C5F-9A55-DB4D9B8F7F59}">
      <dsp:nvSpPr>
        <dsp:cNvPr id="0" name=""/>
        <dsp:cNvSpPr/>
      </dsp:nvSpPr>
      <dsp:spPr>
        <a:xfrm>
          <a:off x="1606255" y="2925259"/>
          <a:ext cx="1720254" cy="333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TG</a:t>
          </a:r>
        </a:p>
      </dsp:txBody>
      <dsp:txXfrm>
        <a:off x="1616034" y="2935038"/>
        <a:ext cx="1700696" cy="314322"/>
      </dsp:txXfrm>
    </dsp:sp>
    <dsp:sp modelId="{C1EF4554-1B12-44FB-8804-8F3792225928}">
      <dsp:nvSpPr>
        <dsp:cNvPr id="0" name=""/>
        <dsp:cNvSpPr/>
      </dsp:nvSpPr>
      <dsp:spPr>
        <a:xfrm>
          <a:off x="1392879" y="337685"/>
          <a:ext cx="213375" cy="31718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1865"/>
              </a:lnTo>
              <a:lnTo>
                <a:pt x="213375" y="317186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F192CA-9192-461D-A03D-712FBA682062}">
      <dsp:nvSpPr>
        <dsp:cNvPr id="0" name=""/>
        <dsp:cNvSpPr/>
      </dsp:nvSpPr>
      <dsp:spPr>
        <a:xfrm>
          <a:off x="1606255" y="3342610"/>
          <a:ext cx="1720254" cy="333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HDL</a:t>
          </a:r>
        </a:p>
      </dsp:txBody>
      <dsp:txXfrm>
        <a:off x="1616034" y="3352389"/>
        <a:ext cx="1700696" cy="314322"/>
      </dsp:txXfrm>
    </dsp:sp>
    <dsp:sp modelId="{81293AF5-8A64-45B3-9108-9D2FC777E701}">
      <dsp:nvSpPr>
        <dsp:cNvPr id="0" name=""/>
        <dsp:cNvSpPr/>
      </dsp:nvSpPr>
      <dsp:spPr>
        <a:xfrm>
          <a:off x="1392879" y="337685"/>
          <a:ext cx="213375" cy="35892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89216"/>
              </a:lnTo>
              <a:lnTo>
                <a:pt x="213375" y="358921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B95CBA-34A7-4378-84D6-DBB86E7298D1}">
      <dsp:nvSpPr>
        <dsp:cNvPr id="0" name=""/>
        <dsp:cNvSpPr/>
      </dsp:nvSpPr>
      <dsp:spPr>
        <a:xfrm>
          <a:off x="1606255" y="3759961"/>
          <a:ext cx="1720254" cy="333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LDL</a:t>
          </a:r>
        </a:p>
      </dsp:txBody>
      <dsp:txXfrm>
        <a:off x="1616034" y="3769740"/>
        <a:ext cx="1700696" cy="314322"/>
      </dsp:txXfrm>
    </dsp:sp>
    <dsp:sp modelId="{C67CFB34-4741-4949-9694-C9A5DE5D3703}">
      <dsp:nvSpPr>
        <dsp:cNvPr id="0" name=""/>
        <dsp:cNvSpPr/>
      </dsp:nvSpPr>
      <dsp:spPr>
        <a:xfrm>
          <a:off x="1392879" y="337685"/>
          <a:ext cx="213375" cy="40065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06567"/>
              </a:lnTo>
              <a:lnTo>
                <a:pt x="213375" y="400656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2CE3C5-2930-483A-A525-5939896C8430}">
      <dsp:nvSpPr>
        <dsp:cNvPr id="0" name=""/>
        <dsp:cNvSpPr/>
      </dsp:nvSpPr>
      <dsp:spPr>
        <a:xfrm>
          <a:off x="1606255" y="4177312"/>
          <a:ext cx="1720254" cy="333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VLDL</a:t>
          </a:r>
        </a:p>
      </dsp:txBody>
      <dsp:txXfrm>
        <a:off x="1616034" y="4187091"/>
        <a:ext cx="1700696" cy="314322"/>
      </dsp:txXfrm>
    </dsp:sp>
    <dsp:sp modelId="{994E79F3-A13D-4299-B740-59C0C0D4BE24}">
      <dsp:nvSpPr>
        <dsp:cNvPr id="0" name=""/>
        <dsp:cNvSpPr/>
      </dsp:nvSpPr>
      <dsp:spPr>
        <a:xfrm>
          <a:off x="1392879" y="337685"/>
          <a:ext cx="213375" cy="44239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23917"/>
              </a:lnTo>
              <a:lnTo>
                <a:pt x="213375" y="44239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B077E8-BC04-4923-8103-49CF8EF57496}">
      <dsp:nvSpPr>
        <dsp:cNvPr id="0" name=""/>
        <dsp:cNvSpPr/>
      </dsp:nvSpPr>
      <dsp:spPr>
        <a:xfrm>
          <a:off x="1606255" y="4594662"/>
          <a:ext cx="1720254" cy="333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BMI</a:t>
          </a:r>
        </a:p>
      </dsp:txBody>
      <dsp:txXfrm>
        <a:off x="1616034" y="4604441"/>
        <a:ext cx="1700696" cy="3143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5D88F5-39F8-44BA-BFF6-47F969090CDB}">
      <dsp:nvSpPr>
        <dsp:cNvPr id="0" name=""/>
        <dsp:cNvSpPr/>
      </dsp:nvSpPr>
      <dsp:spPr>
        <a:xfrm>
          <a:off x="617" y="376833"/>
          <a:ext cx="2102896" cy="10843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13970" rIns="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TOTAL SAMPLES</a:t>
          </a:r>
        </a:p>
      </dsp:txBody>
      <dsp:txXfrm>
        <a:off x="617" y="376833"/>
        <a:ext cx="2102896" cy="1084317"/>
      </dsp:txXfrm>
    </dsp:sp>
    <dsp:sp modelId="{D4E53780-4337-4004-BFEC-DEFB338676A3}">
      <dsp:nvSpPr>
        <dsp:cNvPr id="0" name=""/>
        <dsp:cNvSpPr/>
      </dsp:nvSpPr>
      <dsp:spPr>
        <a:xfrm>
          <a:off x="1693069" y="527090"/>
          <a:ext cx="1614285" cy="78481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13970" rIns="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264</a:t>
          </a:r>
        </a:p>
      </dsp:txBody>
      <dsp:txXfrm>
        <a:off x="2085475" y="527090"/>
        <a:ext cx="829474" cy="7848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242DB7-3BF4-1687-3865-0C7B172567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C4F4A-57DF-92D1-065C-373987515B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7B3467-B6C5-4E49-BBD8-EB6D022333AC}" type="datetimeFigureOut">
              <a:rPr lang="en-IN" smtClean="0"/>
              <a:t>12/11/25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280C46-A9D1-E351-405B-CD65F957B4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A8164-0D99-F64C-8839-7E6FF3B9BC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35E2DC-14C4-42C3-A5BB-A7E857E7A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5424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32949-454B-3046-88E0-46C055A32DBD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A7CCD-0267-0E4F-9798-9A3779522F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49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1A7CCD-0267-0E4F-9798-9A3779522F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35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89CA2-8BE0-434D-534B-FA205EADF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82644-3795-F83E-7756-456118019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5467C-DBAD-C14C-A64A-43F668C3D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9D7B7-7995-ED80-F24A-6ECD42BE29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1A7CCD-0267-0E4F-9798-9A3779522F4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21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79595-E81B-1FB5-7368-3D5BE36D5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DDDEC3-820A-9C39-1216-22AAC83C0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16840-3C75-B69F-4FEB-7493DBEE1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9B99A-F1D2-2CCE-5FE2-A1C1851A6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1A7CCD-0267-0E4F-9798-9A3779522F4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27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C8FE-ECA3-C78C-1C12-6EAE094AC2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1E8026-ACFC-9BB7-8390-F4509FC47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A3833-8717-4132-CF7C-786A4D661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9259A-1FE3-4FF9-8A07-BDD8177164ED}" type="datetime4">
              <a:rPr lang="en-US" smtClean="0"/>
              <a:t>November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365F1-EC5B-D773-AD4A-ED9627D3F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383C7-103C-DBEB-8DF2-2D22C7F64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086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93EB2-B4DF-5335-D916-FA76CBD3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FE422-7712-680F-4C0D-EA8720965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0FC81-C993-BFFA-84D5-9358362CB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0FED-6E95-4177-A7EF-CD303B9E611D}" type="datetime4">
              <a:rPr lang="en-US" smtClean="0"/>
              <a:t>November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0E9C2-8FD3-243C-42CD-DB8BA722B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53056-3D7A-5F8F-DCFD-046776015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99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B059-B7D6-321B-F4E8-AF2D12ACE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5F73D-8A5F-388C-E666-5C5BB38BD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84654-FB48-31A1-5D53-4A7B977D5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62CB-39AD-45A9-800F-54DAB53D6021}" type="datetime4">
              <a:rPr lang="en-US" smtClean="0"/>
              <a:t>November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A3E0F-666F-1736-724C-43AE08A68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B60D7-30AE-FF9A-63D8-8B86328D0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819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CBD2B-D8E6-53E9-7E29-742F89241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19C75-D972-61D2-BEBA-7A8E9FFC6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4063B-61BE-0D0A-04F6-2814BF671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49D74-FEF2-04EB-F561-2ACFB804A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DF93D-55AB-4606-B9D7-742F1FC51983}" type="datetime4">
              <a:rPr lang="en-US" smtClean="0"/>
              <a:t>November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00548-D03D-55DA-C38E-9D817342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53972-885D-47EC-0F07-804C13FFA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52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21581-B260-0520-90A9-3076870F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20122-3BDA-B11C-87CB-0882EB895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8F2FD-86A5-4B4E-9161-2A23EB3D8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791F0B-42BD-AF49-1B61-443C66A090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1A4111-0B0F-E88F-A520-F5E18A9CF1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EBB80-B9A9-0E9B-BF20-EF52C484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841D-FB5C-47AB-B2FF-32E855C1EA71}" type="datetime4">
              <a:rPr lang="en-US" smtClean="0"/>
              <a:t>November 12,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71C9F3-4B2D-A43B-E70C-6285D6347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365B33-98E6-6526-5595-2FA5954F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62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41A96-5CCC-F368-4B27-380A7099C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39AE5-C32B-0D68-6C49-43696E67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37E9-D174-424D-BEE8-AFC4CA5F9F97}" type="datetime4">
              <a:rPr lang="en-US" smtClean="0"/>
              <a:t>November 12,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77BE8E-224E-7D04-0A15-7750799AF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A0A535-B00F-0473-81BE-C0E0B97D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9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495FFD-501F-B595-A139-C79A6EB99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44C0-F7AC-49C2-8289-1E7A86D9FB50}" type="datetime4">
              <a:rPr lang="en-US" smtClean="0"/>
              <a:t>November 12,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F780E3-149A-0961-DA0C-54818F773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EAD46-4022-9169-CCA9-E62890F98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4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F6888-B940-E445-3BD8-54F6FA6BC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ED41E-BD70-2E7B-7902-3204DCF8B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AF2417-0F89-2DD8-3BE6-A33BB507E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82BEE-83B4-C3DA-2581-69F782769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84BC-6E78-40D1-8831-40AB1F596614}" type="datetime4">
              <a:rPr lang="en-US" smtClean="0"/>
              <a:t>November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A01E4-B99C-65A6-BB57-D84917A41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AC230-FE89-AFD2-76E4-808F6E69A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89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01789-AF6C-4729-8A60-2F235B622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9A7576-2235-EE01-3921-DF1A05D5EF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816CD-5041-77CB-77B6-68EDF0748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AFDA5-39ED-32D6-ACBA-1FB2F1B4A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A080F-3961-4D42-BEDE-84A1FED032F1}" type="datetime4">
              <a:rPr lang="en-US" smtClean="0"/>
              <a:t>November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6A2EC-622F-EDDF-C260-3D0DB6CE2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B6E96-0A9F-C697-12D2-99E1AE03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25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F252-5BDC-CAD0-8E28-1F4A95B4F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B0FDAA-866A-E27D-9388-F58300AA9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EAA9D-BE03-CB34-9A72-5B185FD3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3C8F-D4A7-4EAD-92AD-82C91CB8BB85}" type="datetime4">
              <a:rPr lang="en-US" smtClean="0"/>
              <a:t>November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A15A4-925D-6A97-8788-6C1017672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C94A2-FEE4-E4DD-53DE-473AFB335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52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CA4682-3008-E1AC-D784-5A533E3BC5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94D79-E5AE-5B8C-CFE0-82B4F7E82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676AE-7BB1-6C1B-8FFC-465269196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11D41-E33C-4BC7-8272-37E8417FD097}" type="datetime4">
              <a:rPr lang="en-US" smtClean="0"/>
              <a:t>November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B51B-7EEE-9B1D-8129-5436687F3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E8C0E-916E-B8DF-4C4F-98077D417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EF59-F28E-467C-9EA3-92D1CFAD4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5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3E478A-A833-4709-A2D2-9AED6A3DA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2159A-2F4F-2C3F-027B-1051075E1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C61EF-26BF-FA34-11B6-2A5D78AF22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960BD-7AC1-4217-9611-AAA56D3EE38F}" type="datetime4">
              <a:rPr lang="en-US" smtClean="0"/>
              <a:pPr/>
              <a:t>November 12, 2025</a:t>
            </a:fld>
            <a:endParaRPr lang="en-US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062BE-A3AB-7BA9-960D-84BF2286A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9B458-E68D-5EB5-8145-B8C3591A9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AEF59-F28E-467C-9EA3-92D1CFAD475A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0477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5192" y="1005057"/>
            <a:ext cx="7614659" cy="235504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MULTI-CLASS CLASSIFICATION OF DIABETES USING MACHINE LEARNING TECHNIQUES</a:t>
            </a:r>
            <a:b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blue and white logo with text and a book&#10;&#10;Description automatically generated">
            <a:extLst>
              <a:ext uri="{FF2B5EF4-FFF2-40B4-BE49-F238E27FC236}">
                <a16:creationId xmlns:a16="http://schemas.microsoft.com/office/drawing/2014/main" id="{4AA9B830-0ACB-DE40-E304-AD152891E9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019" y="-29284"/>
            <a:ext cx="1212965" cy="13377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7E303A-BD15-96CF-77FE-9F661A2AC1C7}"/>
              </a:ext>
            </a:extLst>
          </p:cNvPr>
          <p:cNvSpPr txBox="1"/>
          <p:nvPr/>
        </p:nvSpPr>
        <p:spPr>
          <a:xfrm>
            <a:off x="0" y="6448947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i="0" u="none" strike="noStrike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Young Faculty Research Seed Grant Proposal                 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Dr. Lokesh Kumar Dewangan                           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FD2590-EB4C-A8FA-872F-435EB9B28181}"/>
              </a:ext>
            </a:extLst>
          </p:cNvPr>
          <p:cNvSpPr/>
          <p:nvPr/>
        </p:nvSpPr>
        <p:spPr>
          <a:xfrm>
            <a:off x="-1911" y="6356195"/>
            <a:ext cx="9145911" cy="48236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 NOVEMBER 2025</a:t>
            </a:r>
          </a:p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955296-E032-75AF-89BC-E9B7E44E065A}"/>
              </a:ext>
            </a:extLst>
          </p:cNvPr>
          <p:cNvSpPr/>
          <p:nvPr/>
        </p:nvSpPr>
        <p:spPr>
          <a:xfrm>
            <a:off x="-1912" y="6292421"/>
            <a:ext cx="9145911" cy="637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49D5A-D814-A207-076D-8E7FF354D091}"/>
              </a:ext>
            </a:extLst>
          </p:cNvPr>
          <p:cNvSpPr txBox="1"/>
          <p:nvPr/>
        </p:nvSpPr>
        <p:spPr>
          <a:xfrm>
            <a:off x="2393007" y="2578640"/>
            <a:ext cx="4193777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 403/603: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Learning-Project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C0126F-42EB-F2CF-8614-0DA24AED4392}"/>
              </a:ext>
            </a:extLst>
          </p:cNvPr>
          <p:cNvSpPr txBox="1"/>
          <p:nvPr/>
        </p:nvSpPr>
        <p:spPr>
          <a:xfrm>
            <a:off x="1885309" y="3429000"/>
            <a:ext cx="520917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>
              <a:spcBef>
                <a:spcPct val="20000"/>
              </a:spcBef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Avinash Bharti 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(PhD 2501101010) </a:t>
            </a:r>
          </a:p>
          <a:p>
            <a:pPr algn="ctr">
              <a:spcBef>
                <a:spcPct val="20000"/>
              </a:spcBef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 Janani M 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(MS 2504102003)</a:t>
            </a:r>
          </a:p>
          <a:p>
            <a:pPr algn="ctr">
              <a:spcBef>
                <a:spcPct val="20000"/>
              </a:spcBef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Rajesh Kanna 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(MS 2504101010 )</a:t>
            </a:r>
          </a:p>
          <a:p>
            <a:pPr algn="ctr">
              <a:spcBef>
                <a:spcPct val="20000"/>
              </a:spcBef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Chirki Sivaji 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(PhD 2501131008)</a:t>
            </a:r>
          </a:p>
          <a:p>
            <a:pPr algn="ctr">
              <a:spcBef>
                <a:spcPct val="20000"/>
              </a:spcBef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Anurag Raghuvanshi </a:t>
            </a: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(PhD 2501105007)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6F62C-24EF-01FB-EC04-EE5DB6E48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81032-2975-EC17-1D28-DD4C8A860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7" y="162840"/>
            <a:ext cx="5278832" cy="702302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FC62A-2CF4-9D80-4924-9A82ECB1B679}"/>
              </a:ext>
            </a:extLst>
          </p:cNvPr>
          <p:cNvSpPr txBox="1"/>
          <p:nvPr/>
        </p:nvSpPr>
        <p:spPr>
          <a:xfrm>
            <a:off x="0" y="6448947"/>
            <a:ext cx="9144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Assistant Professor Grade II to I                                   Dr. Lokesh Kumar </a:t>
            </a:r>
            <a:r>
              <a:rPr lang="en-US" sz="1600" err="1">
                <a:latin typeface="Times New Roman"/>
                <a:cs typeface="Times New Roman"/>
              </a:rPr>
              <a:t>Dewangan</a:t>
            </a:r>
            <a:r>
              <a:rPr lang="en-US" sz="1600">
                <a:latin typeface="Times New Roman"/>
                <a:cs typeface="Times New Roman"/>
              </a:rPr>
              <a:t>                          4 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5E058F-24A2-2417-ABAE-2674A8E35B96}"/>
              </a:ext>
            </a:extLst>
          </p:cNvPr>
          <p:cNvSpPr/>
          <p:nvPr/>
        </p:nvSpPr>
        <p:spPr>
          <a:xfrm>
            <a:off x="-1911" y="6356195"/>
            <a:ext cx="9145911" cy="48236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D31175-8746-2421-8B02-D3E5B5E5DC35}"/>
              </a:ext>
            </a:extLst>
          </p:cNvPr>
          <p:cNvSpPr/>
          <p:nvPr/>
        </p:nvSpPr>
        <p:spPr>
          <a:xfrm>
            <a:off x="-1912" y="6292421"/>
            <a:ext cx="9145911" cy="637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57EC0A-9BEE-D086-3F00-0CABE6813B21}"/>
              </a:ext>
            </a:extLst>
          </p:cNvPr>
          <p:cNvSpPr/>
          <p:nvPr/>
        </p:nvSpPr>
        <p:spPr>
          <a:xfrm>
            <a:off x="0" y="1010412"/>
            <a:ext cx="9144000" cy="6377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 blue and white logo with text and a book&#10;&#10;Description automatically generated">
            <a:extLst>
              <a:ext uri="{FF2B5EF4-FFF2-40B4-BE49-F238E27FC236}">
                <a16:creationId xmlns:a16="http://schemas.microsoft.com/office/drawing/2014/main" id="{76619580-FD26-5BC2-9122-6345D7D4B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514" y="19438"/>
            <a:ext cx="1116049" cy="12164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83F734-63D7-BE1D-B1B9-9FE8B4A30FF0}"/>
              </a:ext>
            </a:extLst>
          </p:cNvPr>
          <p:cNvSpPr txBox="1"/>
          <p:nvPr/>
        </p:nvSpPr>
        <p:spPr>
          <a:xfrm>
            <a:off x="0" y="6412157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                                            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2                              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65C94C-948C-D2BE-06E3-A659201238FB}"/>
              </a:ext>
            </a:extLst>
          </p:cNvPr>
          <p:cNvSpPr txBox="1"/>
          <p:nvPr/>
        </p:nvSpPr>
        <p:spPr>
          <a:xfrm>
            <a:off x="109437" y="1298584"/>
            <a:ext cx="4519186" cy="5539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problem motivation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Pre-processing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Modal training process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Modal performance comparison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3340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341A5-170C-9BCB-B650-0F55E58A5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A24C9-92B4-E998-761E-202EF5706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6" y="162840"/>
            <a:ext cx="7422579" cy="702302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MOTIVATION &amp; OBJECTIVE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9A68B-80A2-0AA7-9CFF-2B9AA566F481}"/>
              </a:ext>
            </a:extLst>
          </p:cNvPr>
          <p:cNvSpPr txBox="1"/>
          <p:nvPr/>
        </p:nvSpPr>
        <p:spPr>
          <a:xfrm>
            <a:off x="0" y="6448947"/>
            <a:ext cx="9144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Assistant Professor Grade II to I                                   Dr. Lokesh Kumar </a:t>
            </a:r>
            <a:r>
              <a:rPr lang="en-US" sz="1600" err="1">
                <a:latin typeface="Times New Roman"/>
                <a:cs typeface="Times New Roman"/>
              </a:rPr>
              <a:t>Dewangan</a:t>
            </a:r>
            <a:r>
              <a:rPr lang="en-US" sz="1600">
                <a:latin typeface="Times New Roman"/>
                <a:cs typeface="Times New Roman"/>
              </a:rPr>
              <a:t>                          4 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08D62A-1957-46B3-B1A8-93A67B4E083B}"/>
              </a:ext>
            </a:extLst>
          </p:cNvPr>
          <p:cNvSpPr/>
          <p:nvPr/>
        </p:nvSpPr>
        <p:spPr>
          <a:xfrm>
            <a:off x="-1911" y="6356195"/>
            <a:ext cx="9145911" cy="48236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8ACF2E-D6F0-C850-4753-555759CB93AE}"/>
              </a:ext>
            </a:extLst>
          </p:cNvPr>
          <p:cNvSpPr/>
          <p:nvPr/>
        </p:nvSpPr>
        <p:spPr>
          <a:xfrm>
            <a:off x="-1912" y="6292421"/>
            <a:ext cx="9145911" cy="637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4B3B9D-4C0E-A380-85CF-24C78952857B}"/>
              </a:ext>
            </a:extLst>
          </p:cNvPr>
          <p:cNvSpPr/>
          <p:nvPr/>
        </p:nvSpPr>
        <p:spPr>
          <a:xfrm>
            <a:off x="0" y="1010412"/>
            <a:ext cx="9144000" cy="6377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 blue and white logo with text and a book&#10;&#10;Description automatically generated">
            <a:extLst>
              <a:ext uri="{FF2B5EF4-FFF2-40B4-BE49-F238E27FC236}">
                <a16:creationId xmlns:a16="http://schemas.microsoft.com/office/drawing/2014/main" id="{9B06E031-4D74-47B3-A355-74617287A5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514" y="19438"/>
            <a:ext cx="1116049" cy="12164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AC243A-1BE5-5BD4-B078-0EAAE80A4FCB}"/>
              </a:ext>
            </a:extLst>
          </p:cNvPr>
          <p:cNvSpPr txBox="1"/>
          <p:nvPr/>
        </p:nvSpPr>
        <p:spPr>
          <a:xfrm>
            <a:off x="108479" y="880849"/>
            <a:ext cx="8925127" cy="578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tx1"/>
              </a:buClr>
              <a:buFont typeface="Wingdings" pitchFamily="2" charset="2"/>
              <a:buChar char="v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cases are increasing rapidly worldwide. Therefore, making an early detection critical for prevention.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diagnosis often misses the prediabetes stage, delaying intervention.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clinical biomarkers contain important signals but they are difficult to interpret manually.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The objective of proposed work is to help in finding an easier, faster  and better way of diagnosing the diabetes disease into multiple classes using machine learning approach.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machine learning approach of diagnosis of diabetes can automate most of the process and as a result helping the doctors in saving a lot many more patients.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1BD92B-8D00-4366-FC47-44D297E3633E}"/>
              </a:ext>
            </a:extLst>
          </p:cNvPr>
          <p:cNvSpPr txBox="1"/>
          <p:nvPr/>
        </p:nvSpPr>
        <p:spPr>
          <a:xfrm>
            <a:off x="0" y="6412157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                                            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3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802901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287AA-1433-2C5A-A26A-B05171C21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FA911-C545-2808-DCBC-75C53AF75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7" y="162840"/>
            <a:ext cx="5278832" cy="702302"/>
          </a:xfrm>
        </p:spPr>
        <p:txBody>
          <a:bodyPr>
            <a:normAutofit/>
          </a:bodyPr>
          <a:lstStyle/>
          <a:p>
            <a:r>
              <a:rPr lang="en-US" sz="3000" b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 </a:t>
            </a:r>
            <a:endParaRPr lang="en-US" sz="30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A6228-6C76-196B-C8B4-7175A3741634}"/>
              </a:ext>
            </a:extLst>
          </p:cNvPr>
          <p:cNvSpPr txBox="1"/>
          <p:nvPr/>
        </p:nvSpPr>
        <p:spPr>
          <a:xfrm>
            <a:off x="0" y="6448947"/>
            <a:ext cx="9144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Assistant Professor Grade II to I                                   Dr. Lokesh Kumar </a:t>
            </a:r>
            <a:r>
              <a:rPr lang="en-US" sz="1600" err="1">
                <a:latin typeface="Times New Roman"/>
                <a:cs typeface="Times New Roman"/>
              </a:rPr>
              <a:t>Dewangan</a:t>
            </a:r>
            <a:r>
              <a:rPr lang="en-US" sz="1600">
                <a:latin typeface="Times New Roman"/>
                <a:cs typeface="Times New Roman"/>
              </a:rPr>
              <a:t>                          4 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B29932-E884-BD66-5830-A18B1EB6AE78}"/>
              </a:ext>
            </a:extLst>
          </p:cNvPr>
          <p:cNvSpPr/>
          <p:nvPr/>
        </p:nvSpPr>
        <p:spPr>
          <a:xfrm>
            <a:off x="-1911" y="6356195"/>
            <a:ext cx="9145911" cy="48236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B4A87F-6FEC-3DD3-CC17-D9ED1614C330}"/>
              </a:ext>
            </a:extLst>
          </p:cNvPr>
          <p:cNvSpPr/>
          <p:nvPr/>
        </p:nvSpPr>
        <p:spPr>
          <a:xfrm>
            <a:off x="-1912" y="6292421"/>
            <a:ext cx="9145911" cy="637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866B79-9700-C869-B7A9-A79B5FDAE4DD}"/>
              </a:ext>
            </a:extLst>
          </p:cNvPr>
          <p:cNvSpPr/>
          <p:nvPr/>
        </p:nvSpPr>
        <p:spPr>
          <a:xfrm>
            <a:off x="0" y="1010412"/>
            <a:ext cx="9144000" cy="6377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 blue and white logo with text and a book&#10;&#10;Description automatically generated">
            <a:extLst>
              <a:ext uri="{FF2B5EF4-FFF2-40B4-BE49-F238E27FC236}">
                <a16:creationId xmlns:a16="http://schemas.microsoft.com/office/drawing/2014/main" id="{3147566B-E86B-1501-52C4-8F18CCF7C9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514" y="19438"/>
            <a:ext cx="1116049" cy="12164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BCE9CD-27C9-D434-EEC6-15F7C33A2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68"/>
          <a:stretch>
            <a:fillRect/>
          </a:stretch>
        </p:blipFill>
        <p:spPr>
          <a:xfrm>
            <a:off x="2881999" y="3287094"/>
            <a:ext cx="4329767" cy="2943242"/>
          </a:xfrm>
          <a:prstGeom prst="rect">
            <a:avLst/>
          </a:prstGeo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1AAE8DDE-2514-BE90-4935-79DDED5304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4647792"/>
              </p:ext>
            </p:extLst>
          </p:nvPr>
        </p:nvGraphicFramePr>
        <p:xfrm>
          <a:off x="5388269" y="1297988"/>
          <a:ext cx="4506013" cy="4932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25E299A5-7BB5-8936-800C-BE261893AA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7249565"/>
              </p:ext>
            </p:extLst>
          </p:nvPr>
        </p:nvGraphicFramePr>
        <p:xfrm>
          <a:off x="137733" y="2398394"/>
          <a:ext cx="3307355" cy="1837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pSp>
        <p:nvGrpSpPr>
          <p:cNvPr id="38" name="Group 37">
            <a:extLst>
              <a:ext uri="{FF2B5EF4-FFF2-40B4-BE49-F238E27FC236}">
                <a16:creationId xmlns:a16="http://schemas.microsoft.com/office/drawing/2014/main" id="{9F81C185-18B8-AC95-CBD0-0307B46C6E3C}"/>
              </a:ext>
            </a:extLst>
          </p:cNvPr>
          <p:cNvGrpSpPr/>
          <p:nvPr/>
        </p:nvGrpSpPr>
        <p:grpSpPr>
          <a:xfrm>
            <a:off x="3755732" y="1302331"/>
            <a:ext cx="2477115" cy="1778648"/>
            <a:chOff x="3747642" y="1304337"/>
            <a:chExt cx="2155955" cy="154609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68F0E07-6B6F-2791-D8F1-5D2D62107DFD}"/>
                </a:ext>
              </a:extLst>
            </p:cNvPr>
            <p:cNvGrpSpPr/>
            <p:nvPr/>
          </p:nvGrpSpPr>
          <p:grpSpPr>
            <a:xfrm>
              <a:off x="3747642" y="1304337"/>
              <a:ext cx="2155955" cy="283969"/>
              <a:chOff x="1179504" y="9016"/>
              <a:chExt cx="2155955" cy="283969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C1DB62A1-8B87-D50E-93E7-622C327926BF}"/>
                  </a:ext>
                </a:extLst>
              </p:cNvPr>
              <p:cNvSpPr/>
              <p:nvPr/>
            </p:nvSpPr>
            <p:spPr>
              <a:xfrm>
                <a:off x="1271053" y="9016"/>
                <a:ext cx="2064406" cy="283969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Rectangle: Rounded Corners 4">
                <a:extLst>
                  <a:ext uri="{FF2B5EF4-FFF2-40B4-BE49-F238E27FC236}">
                    <a16:creationId xmlns:a16="http://schemas.microsoft.com/office/drawing/2014/main" id="{7EB44D05-F0B6-E0AD-A7C3-82D34157AE67}"/>
                  </a:ext>
                </a:extLst>
              </p:cNvPr>
              <p:cNvSpPr txBox="1"/>
              <p:nvPr/>
            </p:nvSpPr>
            <p:spPr>
              <a:xfrm>
                <a:off x="1179504" y="13583"/>
                <a:ext cx="2104771" cy="27459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41910" tIns="27940" rIns="41910" bIns="27940" numCol="1" spcCol="1270" anchor="ctr" anchorCtr="0">
                <a:noAutofit/>
              </a:bodyPr>
              <a:lstStyle/>
              <a:p>
                <a:pPr marL="0" lvl="0" indent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 CLASS</a:t>
                </a:r>
                <a:endParaRPr lang="en-IN" sz="2200" kern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35372B8-4B8B-6969-D995-7FB071CA85B5}"/>
                </a:ext>
              </a:extLst>
            </p:cNvPr>
            <p:cNvGrpSpPr/>
            <p:nvPr/>
          </p:nvGrpSpPr>
          <p:grpSpPr>
            <a:xfrm>
              <a:off x="4137879" y="1678906"/>
              <a:ext cx="1720253" cy="343659"/>
              <a:chOff x="1602197" y="381408"/>
              <a:chExt cx="1720253" cy="343659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F37F64A5-2573-947E-768C-8975BC67B427}"/>
                  </a:ext>
                </a:extLst>
              </p:cNvPr>
              <p:cNvSpPr/>
              <p:nvPr/>
            </p:nvSpPr>
            <p:spPr>
              <a:xfrm>
                <a:off x="1602197" y="381408"/>
                <a:ext cx="1720253" cy="33388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Rectangle: Rounded Corners 4">
                <a:extLst>
                  <a:ext uri="{FF2B5EF4-FFF2-40B4-BE49-F238E27FC236}">
                    <a16:creationId xmlns:a16="http://schemas.microsoft.com/office/drawing/2014/main" id="{615C9495-0EDC-BA66-C887-5E7AC6C54B4F}"/>
                  </a:ext>
                </a:extLst>
              </p:cNvPr>
              <p:cNvSpPr txBox="1"/>
              <p:nvPr/>
            </p:nvSpPr>
            <p:spPr>
              <a:xfrm>
                <a:off x="1616035" y="410745"/>
                <a:ext cx="1700696" cy="31432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1910" tIns="27940" rIns="41910" bIns="27940" numCol="1" spcCol="1270" anchor="ctr" anchorCtr="0">
                <a:noAutofit/>
              </a:bodyPr>
              <a:lstStyle/>
              <a:p>
                <a:pPr marL="0" lvl="0" indent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Diabetic</a:t>
                </a:r>
                <a:endParaRPr lang="en-IN" sz="2200" kern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F869826-9655-D265-4D8E-0AF93D8E97C1}"/>
                </a:ext>
              </a:extLst>
            </p:cNvPr>
            <p:cNvGrpSpPr/>
            <p:nvPr/>
          </p:nvGrpSpPr>
          <p:grpSpPr>
            <a:xfrm>
              <a:off x="4122379" y="2516548"/>
              <a:ext cx="1720254" cy="333880"/>
              <a:chOff x="1606255" y="421155"/>
              <a:chExt cx="1720254" cy="333880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6A23A15-32D8-7BB6-F1AC-34C03BF34BB7}"/>
                  </a:ext>
                </a:extLst>
              </p:cNvPr>
              <p:cNvSpPr/>
              <p:nvPr/>
            </p:nvSpPr>
            <p:spPr>
              <a:xfrm>
                <a:off x="1606255" y="421155"/>
                <a:ext cx="1720254" cy="33388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Rectangle: Rounded Corners 4">
                <a:extLst>
                  <a:ext uri="{FF2B5EF4-FFF2-40B4-BE49-F238E27FC236}">
                    <a16:creationId xmlns:a16="http://schemas.microsoft.com/office/drawing/2014/main" id="{389160DC-783F-DA2A-1FDD-80DE6DE2659C}"/>
                  </a:ext>
                </a:extLst>
              </p:cNvPr>
              <p:cNvSpPr txBox="1"/>
              <p:nvPr/>
            </p:nvSpPr>
            <p:spPr>
              <a:xfrm>
                <a:off x="1616034" y="430934"/>
                <a:ext cx="1700696" cy="31432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1910" tIns="27940" rIns="41910" bIns="27940" numCol="1" spcCol="1270" anchor="ctr" anchorCtr="0">
                <a:noAutofit/>
              </a:bodyPr>
              <a:lstStyle/>
              <a:p>
                <a:pPr marL="0" lvl="0" indent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IN" sz="2200" kern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Pre-Diabetic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3BAEC64-8719-110B-AACC-2C1967C4C33D}"/>
                </a:ext>
              </a:extLst>
            </p:cNvPr>
            <p:cNvGrpSpPr/>
            <p:nvPr/>
          </p:nvGrpSpPr>
          <p:grpSpPr>
            <a:xfrm>
              <a:off x="4132158" y="2091951"/>
              <a:ext cx="1720254" cy="363307"/>
              <a:chOff x="1606255" y="381949"/>
              <a:chExt cx="1720254" cy="363307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0B11B9A2-837C-98A1-2DB2-56DE7DE7A099}"/>
                  </a:ext>
                </a:extLst>
              </p:cNvPr>
              <p:cNvSpPr/>
              <p:nvPr/>
            </p:nvSpPr>
            <p:spPr>
              <a:xfrm>
                <a:off x="1606255" y="381949"/>
                <a:ext cx="1720254" cy="33388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Rectangle: Rounded Corners 4">
                <a:extLst>
                  <a:ext uri="{FF2B5EF4-FFF2-40B4-BE49-F238E27FC236}">
                    <a16:creationId xmlns:a16="http://schemas.microsoft.com/office/drawing/2014/main" id="{075BF031-C202-9431-E2C7-F13C2F5A6665}"/>
                  </a:ext>
                </a:extLst>
              </p:cNvPr>
              <p:cNvSpPr txBox="1"/>
              <p:nvPr/>
            </p:nvSpPr>
            <p:spPr>
              <a:xfrm>
                <a:off x="1616034" y="430934"/>
                <a:ext cx="1700696" cy="31432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41910" tIns="27940" rIns="41910" bIns="27940" numCol="1" spcCol="1270" anchor="ctr" anchorCtr="0">
                <a:noAutofit/>
              </a:bodyPr>
              <a:lstStyle/>
              <a:p>
                <a:pPr lvl="0" algn="ctr" defTabSz="977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Non-Diabetic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E7433-0D2C-AF4A-7051-A1A7D0F942FB}"/>
                </a:ext>
              </a:extLst>
            </p:cNvPr>
            <p:cNvCxnSpPr/>
            <p:nvPr/>
          </p:nvCxnSpPr>
          <p:spPr>
            <a:xfrm>
              <a:off x="3937676" y="1623226"/>
              <a:ext cx="0" cy="108226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945CB14-9378-0581-49B2-DA530B91267D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>
              <a:off x="3933618" y="1845846"/>
              <a:ext cx="2042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6249EDA-AA49-C2B3-B067-535B42D2A9CC}"/>
                </a:ext>
              </a:extLst>
            </p:cNvPr>
            <p:cNvCxnSpPr/>
            <p:nvPr/>
          </p:nvCxnSpPr>
          <p:spPr>
            <a:xfrm>
              <a:off x="3927897" y="2288431"/>
              <a:ext cx="2042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FF5A4F8-210E-4746-4DDF-9CA8D85279C7}"/>
                </a:ext>
              </a:extLst>
            </p:cNvPr>
            <p:cNvCxnSpPr/>
            <p:nvPr/>
          </p:nvCxnSpPr>
          <p:spPr>
            <a:xfrm>
              <a:off x="3927897" y="2705493"/>
              <a:ext cx="2042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A0A29AE2-A867-E70B-FC30-28A75C2D1CA4}"/>
              </a:ext>
            </a:extLst>
          </p:cNvPr>
          <p:cNvSpPr txBox="1"/>
          <p:nvPr/>
        </p:nvSpPr>
        <p:spPr>
          <a:xfrm>
            <a:off x="0" y="6412157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                                            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4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302303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72563-8705-8F0F-7F3F-3E82C6A08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982AA-7A47-C2DA-1DE8-6AEE7F747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7" y="162840"/>
            <a:ext cx="5278832" cy="702302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99E952-7D32-2888-43DD-68CAFC5842AD}"/>
              </a:ext>
            </a:extLst>
          </p:cNvPr>
          <p:cNvSpPr txBox="1"/>
          <p:nvPr/>
        </p:nvSpPr>
        <p:spPr>
          <a:xfrm>
            <a:off x="0" y="6448947"/>
            <a:ext cx="9144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Assistant Professor Grade II to I                                   Dr. Lokesh Kumar </a:t>
            </a:r>
            <a:r>
              <a:rPr lang="en-US" sz="1600" err="1">
                <a:latin typeface="Times New Roman"/>
                <a:cs typeface="Times New Roman"/>
              </a:rPr>
              <a:t>Dewangan</a:t>
            </a:r>
            <a:r>
              <a:rPr lang="en-US" sz="1600">
                <a:latin typeface="Times New Roman"/>
                <a:cs typeface="Times New Roman"/>
              </a:rPr>
              <a:t>                          4 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E9564A-8137-04A4-94F5-864EBCC6DC3E}"/>
              </a:ext>
            </a:extLst>
          </p:cNvPr>
          <p:cNvSpPr/>
          <p:nvPr/>
        </p:nvSpPr>
        <p:spPr>
          <a:xfrm>
            <a:off x="-1911" y="6356195"/>
            <a:ext cx="9145911" cy="48236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469A89-370F-A0D2-0D23-D335068E5451}"/>
              </a:ext>
            </a:extLst>
          </p:cNvPr>
          <p:cNvSpPr/>
          <p:nvPr/>
        </p:nvSpPr>
        <p:spPr>
          <a:xfrm>
            <a:off x="-1912" y="6292421"/>
            <a:ext cx="9145911" cy="637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EF81DC-1157-7D62-DCDB-0F483A1018E4}"/>
              </a:ext>
            </a:extLst>
          </p:cNvPr>
          <p:cNvSpPr/>
          <p:nvPr/>
        </p:nvSpPr>
        <p:spPr>
          <a:xfrm>
            <a:off x="0" y="1010412"/>
            <a:ext cx="9144000" cy="6377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 blue and white logo with text and a book&#10;&#10;Description automatically generated">
            <a:extLst>
              <a:ext uri="{FF2B5EF4-FFF2-40B4-BE49-F238E27FC236}">
                <a16:creationId xmlns:a16="http://schemas.microsoft.com/office/drawing/2014/main" id="{72CC352A-C8BC-0C70-EC1F-B786444A87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514" y="19438"/>
            <a:ext cx="1116049" cy="12164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BCCBA0-829B-4277-68E3-05EAB1BDA730}"/>
              </a:ext>
            </a:extLst>
          </p:cNvPr>
          <p:cNvSpPr txBox="1"/>
          <p:nvPr/>
        </p:nvSpPr>
        <p:spPr>
          <a:xfrm>
            <a:off x="109437" y="1253208"/>
            <a:ext cx="8637646" cy="583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              70% training &amp; 30% testing</a:t>
            </a:r>
          </a:p>
          <a:p>
            <a:pPr>
              <a:lnSpc>
                <a:spcPct val="150000"/>
              </a:lnSpc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Training samples: 184</a:t>
            </a:r>
          </a:p>
          <a:p>
            <a:pPr>
              <a:lnSpc>
                <a:spcPct val="150000"/>
              </a:lnSpc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Testing samples: 80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Scaler applied:</a:t>
            </a:r>
          </a:p>
          <a:p>
            <a:pPr>
              <a:lnSpc>
                <a:spcPct val="150000"/>
              </a:lnSpc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fit_transform() on training data</a:t>
            </a:r>
          </a:p>
          <a:p>
            <a:pPr>
              <a:lnSpc>
                <a:spcPct val="150000"/>
              </a:lnSpc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transform() on test data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ensures all features are on a similar range for ML model performance.</a:t>
            </a:r>
          </a:p>
          <a:p>
            <a:pPr>
              <a:lnSpc>
                <a:spcPct val="150000"/>
              </a:lnSpc>
            </a:pPr>
            <a:endParaRPr lang="en-US" sz="22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r>
              <a:rPr lang="en-IN" dirty="0"/>
              <a:t> </a:t>
            </a:r>
          </a:p>
          <a:p>
            <a:r>
              <a:rPr lang="en-IN" dirty="0"/>
              <a:t> 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1F7136-41FE-BD5F-A359-6B69201C40BF}"/>
              </a:ext>
            </a:extLst>
          </p:cNvPr>
          <p:cNvCxnSpPr>
            <a:cxnSpLocks/>
          </p:cNvCxnSpPr>
          <p:nvPr/>
        </p:nvCxnSpPr>
        <p:spPr>
          <a:xfrm>
            <a:off x="867747" y="1756855"/>
            <a:ext cx="0" cy="7970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8B9F53C-1FF0-56D2-1736-C4297078DA89}"/>
              </a:ext>
            </a:extLst>
          </p:cNvPr>
          <p:cNvCxnSpPr/>
          <p:nvPr/>
        </p:nvCxnSpPr>
        <p:spPr>
          <a:xfrm>
            <a:off x="867747" y="2080726"/>
            <a:ext cx="158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5409F8-6A79-7C4A-A7BA-93D7351F9EFC}"/>
              </a:ext>
            </a:extLst>
          </p:cNvPr>
          <p:cNvCxnSpPr/>
          <p:nvPr/>
        </p:nvCxnSpPr>
        <p:spPr>
          <a:xfrm>
            <a:off x="865796" y="2553886"/>
            <a:ext cx="158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FAEC9AC-539E-E965-79F1-167259E3BC39}"/>
              </a:ext>
            </a:extLst>
          </p:cNvPr>
          <p:cNvCxnSpPr>
            <a:cxnSpLocks/>
          </p:cNvCxnSpPr>
          <p:nvPr/>
        </p:nvCxnSpPr>
        <p:spPr>
          <a:xfrm>
            <a:off x="863788" y="3318907"/>
            <a:ext cx="0" cy="7881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0A3C17B-FEF8-BDE5-70F4-F15DB79669C9}"/>
              </a:ext>
            </a:extLst>
          </p:cNvPr>
          <p:cNvCxnSpPr/>
          <p:nvPr/>
        </p:nvCxnSpPr>
        <p:spPr>
          <a:xfrm>
            <a:off x="865796" y="3596608"/>
            <a:ext cx="158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6279A89-FDD7-419A-B1B9-E42B2369FC61}"/>
              </a:ext>
            </a:extLst>
          </p:cNvPr>
          <p:cNvCxnSpPr/>
          <p:nvPr/>
        </p:nvCxnSpPr>
        <p:spPr>
          <a:xfrm>
            <a:off x="855842" y="4108066"/>
            <a:ext cx="1586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04B8D5D-290E-FF4D-F409-2C3E0A38DBBB}"/>
              </a:ext>
            </a:extLst>
          </p:cNvPr>
          <p:cNvCxnSpPr/>
          <p:nvPr/>
        </p:nvCxnSpPr>
        <p:spPr>
          <a:xfrm>
            <a:off x="1791648" y="1589936"/>
            <a:ext cx="73152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EED1CCB-5A4A-528E-33A7-C4A8B225D7F5}"/>
              </a:ext>
            </a:extLst>
          </p:cNvPr>
          <p:cNvSpPr txBox="1"/>
          <p:nvPr/>
        </p:nvSpPr>
        <p:spPr>
          <a:xfrm>
            <a:off x="0" y="6412157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                                            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5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924095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81E2F-6FA2-E704-8CCB-462C77DDC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AFF2F-CBCF-BB21-0F57-204AE37EB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6" y="162840"/>
            <a:ext cx="6589943" cy="702302"/>
          </a:xfrm>
        </p:spPr>
        <p:txBody>
          <a:bodyPr>
            <a:noAutofit/>
          </a:bodyPr>
          <a:lstStyle/>
          <a:p>
            <a:r>
              <a:rPr lang="en-US" sz="3000" b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US" sz="3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PROCESS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8C71E-183C-4E0A-7155-225E691309BD}"/>
              </a:ext>
            </a:extLst>
          </p:cNvPr>
          <p:cNvSpPr txBox="1"/>
          <p:nvPr/>
        </p:nvSpPr>
        <p:spPr>
          <a:xfrm>
            <a:off x="0" y="6448947"/>
            <a:ext cx="9144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Assistant Professor Grade II to I                                   Dr. Lokesh Kumar </a:t>
            </a:r>
            <a:r>
              <a:rPr lang="en-US" sz="1600" err="1">
                <a:latin typeface="Times New Roman"/>
                <a:cs typeface="Times New Roman"/>
              </a:rPr>
              <a:t>Dewangan</a:t>
            </a:r>
            <a:r>
              <a:rPr lang="en-US" sz="1600">
                <a:latin typeface="Times New Roman"/>
                <a:cs typeface="Times New Roman"/>
              </a:rPr>
              <a:t>                          4 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DCB53A-8F84-55DD-7CDD-697450C20FAD}"/>
              </a:ext>
            </a:extLst>
          </p:cNvPr>
          <p:cNvSpPr/>
          <p:nvPr/>
        </p:nvSpPr>
        <p:spPr>
          <a:xfrm>
            <a:off x="-1911" y="6356195"/>
            <a:ext cx="9145911" cy="48236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7D0A34-704F-B7AC-F08E-02A500325FFA}"/>
              </a:ext>
            </a:extLst>
          </p:cNvPr>
          <p:cNvSpPr/>
          <p:nvPr/>
        </p:nvSpPr>
        <p:spPr>
          <a:xfrm>
            <a:off x="-1912" y="6292421"/>
            <a:ext cx="9145911" cy="637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352499-A216-C588-56F3-E591E6163E81}"/>
              </a:ext>
            </a:extLst>
          </p:cNvPr>
          <p:cNvSpPr/>
          <p:nvPr/>
        </p:nvSpPr>
        <p:spPr>
          <a:xfrm>
            <a:off x="0" y="1010412"/>
            <a:ext cx="9144000" cy="6377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 blue and white logo with text and a book&#10;&#10;Description automatically generated">
            <a:extLst>
              <a:ext uri="{FF2B5EF4-FFF2-40B4-BE49-F238E27FC236}">
                <a16:creationId xmlns:a16="http://schemas.microsoft.com/office/drawing/2014/main" id="{B5EF7A8F-8A3E-DB2F-FBB4-7A36B3CB82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514" y="19438"/>
            <a:ext cx="1116049" cy="12164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749DA5-C3A3-B7C0-7BC2-8874671E68AB}"/>
              </a:ext>
            </a:extLst>
          </p:cNvPr>
          <p:cNvSpPr txBox="1"/>
          <p:nvPr/>
        </p:nvSpPr>
        <p:spPr>
          <a:xfrm>
            <a:off x="109436" y="1219455"/>
            <a:ext cx="914399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machine learning models initialized are,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Logistic Regression, 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Random Forest, 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Gradient Boosting &amp; 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SVM.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models are trained on scaled training data.  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calculated for each model are,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Accuracy, 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Precision, 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Recall &amp;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F1-score.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5-fold Cross-Validation used to measure model stability and generalization.</a:t>
            </a:r>
            <a:endParaRPr lang="en-US" sz="22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r>
              <a:rPr lang="en-IN" dirty="0"/>
              <a:t> 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6D8D2-5FFC-9789-B26A-AE0FC8C7A6C3}"/>
              </a:ext>
            </a:extLst>
          </p:cNvPr>
          <p:cNvSpPr txBox="1"/>
          <p:nvPr/>
        </p:nvSpPr>
        <p:spPr>
          <a:xfrm>
            <a:off x="0" y="6412157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                                            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6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862494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B8816-B0DE-B19D-9DB4-71E9CD734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40F0-3BC1-D9D0-832A-E007625A3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7" y="162840"/>
            <a:ext cx="7560326" cy="702302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MODAL PERFORMANCE COMPARISON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274D2-C7F1-7631-F163-10E4AA55ED03}"/>
              </a:ext>
            </a:extLst>
          </p:cNvPr>
          <p:cNvSpPr txBox="1"/>
          <p:nvPr/>
        </p:nvSpPr>
        <p:spPr>
          <a:xfrm>
            <a:off x="0" y="6448947"/>
            <a:ext cx="9144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Assistant Professor Grade II to I                                   Dr. Lokesh Kumar </a:t>
            </a:r>
            <a:r>
              <a:rPr lang="en-US" sz="1600" err="1">
                <a:latin typeface="Times New Roman"/>
                <a:cs typeface="Times New Roman"/>
              </a:rPr>
              <a:t>Dewangan</a:t>
            </a:r>
            <a:r>
              <a:rPr lang="en-US" sz="1600">
                <a:latin typeface="Times New Roman"/>
                <a:cs typeface="Times New Roman"/>
              </a:rPr>
              <a:t>                          4 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A6EF36-6340-68F9-4090-F7A767692032}"/>
              </a:ext>
            </a:extLst>
          </p:cNvPr>
          <p:cNvSpPr/>
          <p:nvPr/>
        </p:nvSpPr>
        <p:spPr>
          <a:xfrm>
            <a:off x="-1911" y="6356195"/>
            <a:ext cx="9145911" cy="48236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34B4FC-5D13-1299-206D-489BE52A07D9}"/>
              </a:ext>
            </a:extLst>
          </p:cNvPr>
          <p:cNvSpPr/>
          <p:nvPr/>
        </p:nvSpPr>
        <p:spPr>
          <a:xfrm>
            <a:off x="-1912" y="6292421"/>
            <a:ext cx="9145911" cy="637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580D3D-67C0-EECC-8BD1-D33181B608F7}"/>
              </a:ext>
            </a:extLst>
          </p:cNvPr>
          <p:cNvSpPr/>
          <p:nvPr/>
        </p:nvSpPr>
        <p:spPr>
          <a:xfrm>
            <a:off x="0" y="1010412"/>
            <a:ext cx="9144000" cy="6377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 blue and white logo with text and a book&#10;&#10;Description automatically generated">
            <a:extLst>
              <a:ext uri="{FF2B5EF4-FFF2-40B4-BE49-F238E27FC236}">
                <a16:creationId xmlns:a16="http://schemas.microsoft.com/office/drawing/2014/main" id="{F3CFEE5A-E28E-5839-CCAC-7C856952EC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514" y="19438"/>
            <a:ext cx="1116049" cy="12164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DB8191-332B-A720-B8F7-933BBD0D7E00}"/>
              </a:ext>
            </a:extLst>
          </p:cNvPr>
          <p:cNvSpPr txBox="1"/>
          <p:nvPr/>
        </p:nvSpPr>
        <p:spPr>
          <a:xfrm>
            <a:off x="-1913" y="4316860"/>
            <a:ext cx="606742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Forest(Best Model)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0.95 | F1: 0.95 | CV: 0.9836</a:t>
            </a:r>
          </a:p>
          <a:p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0.94 | F1: 0.94 | CV: 0.9730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4C69AA-2FB2-5EDB-A507-D2C2DA174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021" y="1103320"/>
            <a:ext cx="6422782" cy="31844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6A5797-DBE4-18FD-DEB2-35B5A71F8391}"/>
              </a:ext>
            </a:extLst>
          </p:cNvPr>
          <p:cNvSpPr txBox="1"/>
          <p:nvPr/>
        </p:nvSpPr>
        <p:spPr>
          <a:xfrm>
            <a:off x="4668412" y="4316860"/>
            <a:ext cx="61937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0.90 | F1: 0.90 | CV: 0.8913</a:t>
            </a:r>
          </a:p>
          <a:p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(RBF Kernel)</a:t>
            </a:r>
          </a:p>
          <a:p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0.88 | F1: 0.88 | CV: 0.8315</a:t>
            </a:r>
            <a:endParaRPr lang="en-US" sz="22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 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ECBFC3-E7A4-49CB-D256-7BBDA2E4D689}"/>
              </a:ext>
            </a:extLst>
          </p:cNvPr>
          <p:cNvSpPr txBox="1"/>
          <p:nvPr/>
        </p:nvSpPr>
        <p:spPr>
          <a:xfrm>
            <a:off x="0" y="6412157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                                            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7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350751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C0BBD-B106-4293-5852-05BDF7A73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3604-C85A-A908-59B2-542E5BCDD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7" y="162840"/>
            <a:ext cx="5278832" cy="702302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B4308E-E93C-6773-C645-34D361FF5A56}"/>
              </a:ext>
            </a:extLst>
          </p:cNvPr>
          <p:cNvSpPr txBox="1"/>
          <p:nvPr/>
        </p:nvSpPr>
        <p:spPr>
          <a:xfrm>
            <a:off x="0" y="6448947"/>
            <a:ext cx="9144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Assistant Professor Grade II to I                                   Dr. Lokesh Kumar </a:t>
            </a:r>
            <a:r>
              <a:rPr lang="en-US" sz="1600" err="1">
                <a:latin typeface="Times New Roman"/>
                <a:cs typeface="Times New Roman"/>
              </a:rPr>
              <a:t>Dewangan</a:t>
            </a:r>
            <a:r>
              <a:rPr lang="en-US" sz="1600">
                <a:latin typeface="Times New Roman"/>
                <a:cs typeface="Times New Roman"/>
              </a:rPr>
              <a:t>                          4 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0CF407-9779-963E-E545-44B5AD33D2B7}"/>
              </a:ext>
            </a:extLst>
          </p:cNvPr>
          <p:cNvSpPr/>
          <p:nvPr/>
        </p:nvSpPr>
        <p:spPr>
          <a:xfrm>
            <a:off x="-1911" y="6356195"/>
            <a:ext cx="9145911" cy="48236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2B4B4D-EF7A-0147-C946-2C4C61ADBF17}"/>
              </a:ext>
            </a:extLst>
          </p:cNvPr>
          <p:cNvSpPr/>
          <p:nvPr/>
        </p:nvSpPr>
        <p:spPr>
          <a:xfrm>
            <a:off x="-1912" y="6292421"/>
            <a:ext cx="9145911" cy="637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954FA1-CF9C-325D-E280-2C6227D6C918}"/>
              </a:ext>
            </a:extLst>
          </p:cNvPr>
          <p:cNvSpPr/>
          <p:nvPr/>
        </p:nvSpPr>
        <p:spPr>
          <a:xfrm>
            <a:off x="0" y="1010412"/>
            <a:ext cx="9144000" cy="6377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 blue and white logo with text and a book&#10;&#10;Description automatically generated">
            <a:extLst>
              <a:ext uri="{FF2B5EF4-FFF2-40B4-BE49-F238E27FC236}">
                <a16:creationId xmlns:a16="http://schemas.microsoft.com/office/drawing/2014/main" id="{06062F65-783C-6C7E-9389-4521D912B0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514" y="19438"/>
            <a:ext cx="1116049" cy="12164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426DA6-D1C8-7C55-B106-C07DCF330F00}"/>
              </a:ext>
            </a:extLst>
          </p:cNvPr>
          <p:cNvSpPr txBox="1"/>
          <p:nvPr/>
        </p:nvSpPr>
        <p:spPr>
          <a:xfrm>
            <a:off x="5388269" y="1249496"/>
            <a:ext cx="3441849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HbA1c – 0.4171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(strongest predictor of diabetes stage)</a:t>
            </a:r>
          </a:p>
          <a:p>
            <a:pPr marL="342900" indent="-342900" algn="ctr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BMI – 0.2696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(second most important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metabolic indicator)</a:t>
            </a:r>
          </a:p>
          <a:p>
            <a:pPr marL="342900" indent="-342900" algn="ctr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– 0.1137</a:t>
            </a:r>
          </a:p>
          <a:p>
            <a:pPr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(age increases diabetes            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likelihood)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9F0FFE-4F1E-0B35-6D9A-6A5037E9C1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12" y="1094588"/>
            <a:ext cx="5506973" cy="32852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0D4BDE-8529-67F0-02B9-81E47D6D6CCA}"/>
              </a:ext>
            </a:extLst>
          </p:cNvPr>
          <p:cNvSpPr txBox="1"/>
          <p:nvPr/>
        </p:nvSpPr>
        <p:spPr>
          <a:xfrm>
            <a:off x="109437" y="4254536"/>
            <a:ext cx="5110886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impact features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Cholesterol, Urea, VLDL, Creatinine, 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TG, LDL.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impactful: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HDL.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Gender – 0.0053 (minimal influence)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 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7BC846-1CB4-E90B-7CB4-86B9B4F9C140}"/>
              </a:ext>
            </a:extLst>
          </p:cNvPr>
          <p:cNvSpPr txBox="1"/>
          <p:nvPr/>
        </p:nvSpPr>
        <p:spPr>
          <a:xfrm>
            <a:off x="0" y="6412157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                                            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8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042185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CAFC9-A93F-179E-104A-D52E2AB17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9B785B-9CE5-53AE-AD3F-58174FB62E60}"/>
              </a:ext>
            </a:extLst>
          </p:cNvPr>
          <p:cNvSpPr txBox="1"/>
          <p:nvPr/>
        </p:nvSpPr>
        <p:spPr>
          <a:xfrm>
            <a:off x="0" y="6448947"/>
            <a:ext cx="9144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Assistant Professor Grade II to I                                   Dr. Lokesh Kumar </a:t>
            </a:r>
            <a:r>
              <a:rPr lang="en-US" sz="1600" err="1">
                <a:latin typeface="Times New Roman"/>
                <a:cs typeface="Times New Roman"/>
              </a:rPr>
              <a:t>Dewangan</a:t>
            </a:r>
            <a:r>
              <a:rPr lang="en-US" sz="1600">
                <a:latin typeface="Times New Roman"/>
                <a:cs typeface="Times New Roman"/>
              </a:rPr>
              <a:t>                          4 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78D7BA-124A-920D-59B5-2B5B8F2343D0}"/>
              </a:ext>
            </a:extLst>
          </p:cNvPr>
          <p:cNvSpPr/>
          <p:nvPr/>
        </p:nvSpPr>
        <p:spPr>
          <a:xfrm>
            <a:off x="-1911" y="6356195"/>
            <a:ext cx="9145911" cy="48236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EFC7D5-87BA-3575-2C0E-5131E7A83E2F}"/>
              </a:ext>
            </a:extLst>
          </p:cNvPr>
          <p:cNvSpPr/>
          <p:nvPr/>
        </p:nvSpPr>
        <p:spPr>
          <a:xfrm>
            <a:off x="-1912" y="6292421"/>
            <a:ext cx="9145911" cy="637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A2002E-8E92-E489-B4A4-909C7CD7D85D}"/>
              </a:ext>
            </a:extLst>
          </p:cNvPr>
          <p:cNvSpPr/>
          <p:nvPr/>
        </p:nvSpPr>
        <p:spPr>
          <a:xfrm>
            <a:off x="0" y="1010412"/>
            <a:ext cx="9144000" cy="6377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A blue and white logo with text and a book&#10;&#10;Description automatically generated">
            <a:extLst>
              <a:ext uri="{FF2B5EF4-FFF2-40B4-BE49-F238E27FC236}">
                <a16:creationId xmlns:a16="http://schemas.microsoft.com/office/drawing/2014/main" id="{642243BE-B2BC-47C8-3157-FBE9B89FA3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925" y="-40619"/>
            <a:ext cx="1234441" cy="13455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D991215-0D90-9D5C-9FB0-6C738C8942C6}"/>
              </a:ext>
            </a:extLst>
          </p:cNvPr>
          <p:cNvSpPr txBox="1"/>
          <p:nvPr/>
        </p:nvSpPr>
        <p:spPr>
          <a:xfrm>
            <a:off x="3295551" y="4379434"/>
            <a:ext cx="2520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  <a:p>
            <a:pPr algn="ctr"/>
            <a:endParaRPr lang="en-IN" dirty="0"/>
          </a:p>
          <a:p>
            <a:endParaRPr lang="en-IN" dirty="0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60B9842C-9581-A0B4-7862-752F61B4B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9443" y="212761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D338BD-B215-9249-4D8B-A321CCB8B56E}"/>
              </a:ext>
            </a:extLst>
          </p:cNvPr>
          <p:cNvSpPr txBox="1"/>
          <p:nvPr/>
        </p:nvSpPr>
        <p:spPr>
          <a:xfrm>
            <a:off x="90516" y="212411"/>
            <a:ext cx="741440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05F8D-9D95-6F06-3051-DC2AF300B212}"/>
              </a:ext>
            </a:extLst>
          </p:cNvPr>
          <p:cNvSpPr txBox="1"/>
          <p:nvPr/>
        </p:nvSpPr>
        <p:spPr>
          <a:xfrm>
            <a:off x="1819469" y="26872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DA2DFE-DE02-F702-B186-F0C3430E3DBC}"/>
              </a:ext>
            </a:extLst>
          </p:cNvPr>
          <p:cNvSpPr txBox="1"/>
          <p:nvPr/>
        </p:nvSpPr>
        <p:spPr>
          <a:xfrm>
            <a:off x="90516" y="1304889"/>
            <a:ext cx="9053484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 class prediction can help doctors in approaching the treatment of diabetes disease for a better prognosis.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values show that the Random Forest is having better accuracy value than the other three models.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accuracy of the Random forest is 95.00%, which is due to the of availability of  HbA1c (the main factor in detection of diabetes).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SzPct val="110000"/>
              <a:buFont typeface="Wingdings" panose="05000000000000000000" pitchFamily="2" charset="2"/>
              <a:buChar char="Ø"/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lot of suffering can be avoided by the detection and prevention of diabetes at an early stage. 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0441C1-E344-90D0-C896-F45D4BFC73C8}"/>
              </a:ext>
            </a:extLst>
          </p:cNvPr>
          <p:cNvSpPr txBox="1"/>
          <p:nvPr/>
        </p:nvSpPr>
        <p:spPr>
          <a:xfrm>
            <a:off x="0" y="6412157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                                            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9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36139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61110-CA40-FAB9-2519-7A7A0DAB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F83542-A4B1-88AE-365B-4438983905B7}"/>
              </a:ext>
            </a:extLst>
          </p:cNvPr>
          <p:cNvSpPr txBox="1"/>
          <p:nvPr/>
        </p:nvSpPr>
        <p:spPr>
          <a:xfrm>
            <a:off x="0" y="6448947"/>
            <a:ext cx="9144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>
                <a:latin typeface="Times New Roman"/>
                <a:cs typeface="Times New Roman"/>
              </a:rPr>
              <a:t>Assistant Professor Grade II to I                                   Dr. Lokesh Kumar </a:t>
            </a:r>
            <a:r>
              <a:rPr lang="en-US" sz="1600" err="1">
                <a:latin typeface="Times New Roman"/>
                <a:cs typeface="Times New Roman"/>
              </a:rPr>
              <a:t>Dewangan</a:t>
            </a:r>
            <a:r>
              <a:rPr lang="en-US" sz="1600">
                <a:latin typeface="Times New Roman"/>
                <a:cs typeface="Times New Roman"/>
              </a:rPr>
              <a:t>                          4 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F8F702-167A-9771-F8C0-BDE83D7DF748}"/>
              </a:ext>
            </a:extLst>
          </p:cNvPr>
          <p:cNvSpPr/>
          <p:nvPr/>
        </p:nvSpPr>
        <p:spPr>
          <a:xfrm>
            <a:off x="-1911" y="6356195"/>
            <a:ext cx="9145911" cy="48236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E42452-815C-0654-8344-E3BA00092804}"/>
              </a:ext>
            </a:extLst>
          </p:cNvPr>
          <p:cNvSpPr/>
          <p:nvPr/>
        </p:nvSpPr>
        <p:spPr>
          <a:xfrm>
            <a:off x="-1912" y="6292421"/>
            <a:ext cx="9145911" cy="637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E4B653-32CB-1B4C-F131-C8A7059D2E92}"/>
              </a:ext>
            </a:extLst>
          </p:cNvPr>
          <p:cNvSpPr/>
          <p:nvPr/>
        </p:nvSpPr>
        <p:spPr>
          <a:xfrm>
            <a:off x="0" y="1010412"/>
            <a:ext cx="9144000" cy="6377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A blue and white logo with text and a book&#10;&#10;Description automatically generated">
            <a:extLst>
              <a:ext uri="{FF2B5EF4-FFF2-40B4-BE49-F238E27FC236}">
                <a16:creationId xmlns:a16="http://schemas.microsoft.com/office/drawing/2014/main" id="{FE081D33-6A8C-979A-FEB9-A49B9E1572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925" y="-40619"/>
            <a:ext cx="1234441" cy="13455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FF0C321-CC6B-5E8E-012F-C7E7EDED3EA5}"/>
              </a:ext>
            </a:extLst>
          </p:cNvPr>
          <p:cNvSpPr txBox="1"/>
          <p:nvPr/>
        </p:nvSpPr>
        <p:spPr>
          <a:xfrm>
            <a:off x="3295551" y="4379434"/>
            <a:ext cx="2520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  <a:p>
            <a:pPr algn="ctr"/>
            <a:endParaRPr lang="en-IN" dirty="0"/>
          </a:p>
          <a:p>
            <a:endParaRPr lang="en-IN" dirty="0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8E373F8B-9724-61B5-2244-5A62A661D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9443" y="212761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 descr="Smiling Face with No Fill">
            <a:extLst>
              <a:ext uri="{FF2B5EF4-FFF2-40B4-BE49-F238E27FC236}">
                <a16:creationId xmlns:a16="http://schemas.microsoft.com/office/drawing/2014/main" id="{85B91CEE-6301-0E77-84C8-C07BFE375B43}"/>
              </a:ext>
            </a:extLst>
          </p:cNvPr>
          <p:cNvSpPr/>
          <p:nvPr/>
        </p:nvSpPr>
        <p:spPr>
          <a:xfrm>
            <a:off x="3870311" y="2125217"/>
            <a:ext cx="1191883" cy="120244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CBB90E-7A94-6B8C-9785-E54D994F5C7A}"/>
              </a:ext>
            </a:extLst>
          </p:cNvPr>
          <p:cNvSpPr txBox="1"/>
          <p:nvPr/>
        </p:nvSpPr>
        <p:spPr>
          <a:xfrm>
            <a:off x="2273260" y="3800527"/>
            <a:ext cx="459556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en-US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8C07A-3898-16D5-F139-4A2FF3277207}"/>
              </a:ext>
            </a:extLst>
          </p:cNvPr>
          <p:cNvSpPr txBox="1"/>
          <p:nvPr/>
        </p:nvSpPr>
        <p:spPr>
          <a:xfrm>
            <a:off x="0" y="6412157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                                            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10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654081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b595335-1b05-462e-8213-ca8305eda6ab">
      <Terms xmlns="http://schemas.microsoft.com/office/infopath/2007/PartnerControls"/>
    </lcf76f155ced4ddcb4097134ff3c332f>
    <TaxCatchAll xmlns="ac5c16d1-0ec9-4668-bdf3-ed174bc527c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AFD65EC44E04FB5AD73707B778DF4" ma:contentTypeVersion="11" ma:contentTypeDescription="Create a new document." ma:contentTypeScope="" ma:versionID="53663551cef3fe5519c13bc9ad0e3b0d">
  <xsd:schema xmlns:xsd="http://www.w3.org/2001/XMLSchema" xmlns:xs="http://www.w3.org/2001/XMLSchema" xmlns:p="http://schemas.microsoft.com/office/2006/metadata/properties" xmlns:ns2="8b595335-1b05-462e-8213-ca8305eda6ab" xmlns:ns3="ac5c16d1-0ec9-4668-bdf3-ed174bc527c0" targetNamespace="http://schemas.microsoft.com/office/2006/metadata/properties" ma:root="true" ma:fieldsID="1953679b2f6b2761b105a0d114accc91" ns2:_="" ns3:_="">
    <xsd:import namespace="8b595335-1b05-462e-8213-ca8305eda6ab"/>
    <xsd:import namespace="ac5c16d1-0ec9-4668-bdf3-ed174bc527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595335-1b05-462e-8213-ca8305eda6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11e61b2-d0b2-4a4b-bde9-b245ddbdd3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5c16d1-0ec9-4668-bdf3-ed174bc527c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9d789dd-f256-45d8-95ba-216859aee350}" ma:internalName="TaxCatchAll" ma:showField="CatchAllData" ma:web="ac5c16d1-0ec9-4668-bdf3-ed174bc527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638B6B-C77A-4BB3-9958-74899BA123C0}">
  <ds:schemaRefs>
    <ds:schemaRef ds:uri="http://purl.org/dc/dcmitype/"/>
    <ds:schemaRef ds:uri="http://purl.org/dc/elements/1.1/"/>
    <ds:schemaRef ds:uri="31fcf27e-7585-41c6-965d-66af38c584b5"/>
    <ds:schemaRef ds:uri="5776b553-ce2d-4d86-99a7-12483ed07cb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  <ds:schemaRef ds:uri="8b595335-1b05-462e-8213-ca8305eda6ab"/>
    <ds:schemaRef ds:uri="ac5c16d1-0ec9-4668-bdf3-ed174bc527c0"/>
  </ds:schemaRefs>
</ds:datastoreItem>
</file>

<file path=customXml/itemProps2.xml><?xml version="1.0" encoding="utf-8"?>
<ds:datastoreItem xmlns:ds="http://schemas.openxmlformats.org/officeDocument/2006/customXml" ds:itemID="{FC63E046-B0AE-4F12-A240-2CC3D70C8B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595335-1b05-462e-8213-ca8305eda6ab"/>
    <ds:schemaRef ds:uri="ac5c16d1-0ec9-4668-bdf3-ed174bc527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9BE4E68-D764-4981-B989-F399EC0B28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7940</TotalTime>
  <Words>690</Words>
  <Application>Microsoft Macintosh PowerPoint</Application>
  <PresentationFormat>On-screen Show (4:3)</PresentationFormat>
  <Paragraphs>148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MULTI-CLASS CLASSIFICATION OF DIABETES USING MACHINE LEARNING TECHNIQUES  </vt:lpstr>
      <vt:lpstr>CONTENTS</vt:lpstr>
      <vt:lpstr>PROBLEM MOTIVATION &amp; OBJECTIVE</vt:lpstr>
      <vt:lpstr>DATASET DESCRIPTION </vt:lpstr>
      <vt:lpstr>DATA PRE-PROCESSING</vt:lpstr>
      <vt:lpstr>MODEL TRAINING PROCESS</vt:lpstr>
      <vt:lpstr>MODAL PERFORMANCE COMPARISON</vt:lpstr>
      <vt:lpstr>FEATURE IMPORTANCE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00 mj</dc:creator>
  <cp:lastModifiedBy>Avinash B</cp:lastModifiedBy>
  <cp:revision>23</cp:revision>
  <cp:lastPrinted>2025-11-12T13:13:15Z</cp:lastPrinted>
  <dcterms:created xsi:type="dcterms:W3CDTF">2024-02-15T06:29:26Z</dcterms:created>
  <dcterms:modified xsi:type="dcterms:W3CDTF">2025-11-12T13:38:01Z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0x010100E28AFD65EC44E04FB5AD73707B778DF4</vt:lpwstr>
  </property>
</Properties>
</file>